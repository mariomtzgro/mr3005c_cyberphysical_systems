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76" r:id="rId6"/>
    <p:sldId id="280" r:id="rId7"/>
    <p:sldId id="281" r:id="rId8"/>
    <p:sldId id="278" r:id="rId9"/>
    <p:sldId id="275" r:id="rId10"/>
    <p:sldId id="273" r:id="rId11"/>
    <p:sldId id="274" r:id="rId12"/>
    <p:sldId id="279" r:id="rId13"/>
    <p:sldId id="277" r:id="rId14"/>
    <p:sldId id="282" r:id="rId15"/>
    <p:sldId id="283" r:id="rId16"/>
    <p:sldId id="28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4F2"/>
    <a:srgbClr val="01CCFF"/>
    <a:srgbClr val="0DC0FF"/>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1A7A84-72F4-4289-AD02-67C383C3168E}" v="8" dt="2026-09-07T19:49:43.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103" d="100"/>
          <a:sy n="103" d="100"/>
        </p:scale>
        <p:origin x="1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Martinez" userId="3a8698ea-445f-4751-a923-c95ba728fd8c" providerId="ADAL" clId="{3BBAF674-EF7C-4A66-896E-E877E5FF3859}"/>
    <pc:docChg chg="addSld delSld modSld">
      <pc:chgData name="Mario Martinez" userId="3a8698ea-445f-4751-a923-c95ba728fd8c" providerId="ADAL" clId="{3BBAF674-EF7C-4A66-896E-E877E5FF3859}" dt="2026-09-07T19:50:09.931" v="74" actId="47"/>
      <pc:docMkLst>
        <pc:docMk/>
      </pc:docMkLst>
      <pc:sldChg chg="addSp modSp new del mod">
        <pc:chgData name="Mario Martinez" userId="3a8698ea-445f-4751-a923-c95ba728fd8c" providerId="ADAL" clId="{3BBAF674-EF7C-4A66-896E-E877E5FF3859}" dt="2026-09-07T19:50:05.498" v="72" actId="47"/>
        <pc:sldMkLst>
          <pc:docMk/>
          <pc:sldMk cId="3336578494" sldId="285"/>
        </pc:sldMkLst>
        <pc:grpChg chg="mod">
          <ac:chgData name="Mario Martinez" userId="3a8698ea-445f-4751-a923-c95ba728fd8c" providerId="ADAL" clId="{3BBAF674-EF7C-4A66-896E-E877E5FF3859}" dt="2026-09-07T19:48:36.222" v="16"/>
          <ac:grpSpMkLst>
            <pc:docMk/>
            <pc:sldMk cId="3336578494" sldId="285"/>
            <ac:grpSpMk id="17" creationId="{4F4B7022-521D-F6F2-1442-30977604FB0B}"/>
          </ac:grpSpMkLst>
        </pc:grpChg>
        <pc:inkChg chg="add mod">
          <ac:chgData name="Mario Martinez" userId="3a8698ea-445f-4751-a923-c95ba728fd8c" providerId="ADAL" clId="{3BBAF674-EF7C-4A66-896E-E877E5FF3859}" dt="2026-09-07T19:48:36.222" v="16"/>
          <ac:inkMkLst>
            <pc:docMk/>
            <pc:sldMk cId="3336578494" sldId="285"/>
            <ac:inkMk id="2" creationId="{1561E554-4CC3-D69C-6A7C-46520B716B47}"/>
          </ac:inkMkLst>
        </pc:inkChg>
        <pc:inkChg chg="add">
          <ac:chgData name="Mario Martinez" userId="3a8698ea-445f-4751-a923-c95ba728fd8c" providerId="ADAL" clId="{3BBAF674-EF7C-4A66-896E-E877E5FF3859}" dt="2026-09-07T19:48:29.878" v="2" actId="9405"/>
          <ac:inkMkLst>
            <pc:docMk/>
            <pc:sldMk cId="3336578494" sldId="285"/>
            <ac:inkMk id="3" creationId="{C40205B3-447C-783A-E581-E04184279723}"/>
          </ac:inkMkLst>
        </pc:inkChg>
        <pc:inkChg chg="add mod">
          <ac:chgData name="Mario Martinez" userId="3a8698ea-445f-4751-a923-c95ba728fd8c" providerId="ADAL" clId="{3BBAF674-EF7C-4A66-896E-E877E5FF3859}" dt="2026-09-07T19:48:36.222" v="16"/>
          <ac:inkMkLst>
            <pc:docMk/>
            <pc:sldMk cId="3336578494" sldId="285"/>
            <ac:inkMk id="4" creationId="{6AC532D5-C95C-3F24-BC82-B1BD64538774}"/>
          </ac:inkMkLst>
        </pc:inkChg>
        <pc:inkChg chg="add mod">
          <ac:chgData name="Mario Martinez" userId="3a8698ea-445f-4751-a923-c95ba728fd8c" providerId="ADAL" clId="{3BBAF674-EF7C-4A66-896E-E877E5FF3859}" dt="2026-09-07T19:48:36.222" v="16"/>
          <ac:inkMkLst>
            <pc:docMk/>
            <pc:sldMk cId="3336578494" sldId="285"/>
            <ac:inkMk id="5" creationId="{F1CD106A-2311-68BB-413D-DA04784BC389}"/>
          </ac:inkMkLst>
        </pc:inkChg>
        <pc:inkChg chg="add">
          <ac:chgData name="Mario Martinez" userId="3a8698ea-445f-4751-a923-c95ba728fd8c" providerId="ADAL" clId="{3BBAF674-EF7C-4A66-896E-E877E5FF3859}" dt="2026-09-07T19:48:30.943" v="5" actId="9405"/>
          <ac:inkMkLst>
            <pc:docMk/>
            <pc:sldMk cId="3336578494" sldId="285"/>
            <ac:inkMk id="6" creationId="{96110013-7331-4250-DEAE-8ED2EEA8DD31}"/>
          </ac:inkMkLst>
        </pc:inkChg>
        <pc:inkChg chg="add mod">
          <ac:chgData name="Mario Martinez" userId="3a8698ea-445f-4751-a923-c95ba728fd8c" providerId="ADAL" clId="{3BBAF674-EF7C-4A66-896E-E877E5FF3859}" dt="2026-09-07T19:48:36.222" v="16"/>
          <ac:inkMkLst>
            <pc:docMk/>
            <pc:sldMk cId="3336578494" sldId="285"/>
            <ac:inkMk id="7" creationId="{19EBB52B-9C87-F090-2A41-ADA8DAAECF62}"/>
          </ac:inkMkLst>
        </pc:inkChg>
        <pc:inkChg chg="add mod">
          <ac:chgData name="Mario Martinez" userId="3a8698ea-445f-4751-a923-c95ba728fd8c" providerId="ADAL" clId="{3BBAF674-EF7C-4A66-896E-E877E5FF3859}" dt="2026-09-07T19:48:36.222" v="16"/>
          <ac:inkMkLst>
            <pc:docMk/>
            <pc:sldMk cId="3336578494" sldId="285"/>
            <ac:inkMk id="8" creationId="{B70932D9-1AA2-D1C5-C662-ECFF9256CF96}"/>
          </ac:inkMkLst>
        </pc:inkChg>
        <pc:inkChg chg="add">
          <ac:chgData name="Mario Martinez" userId="3a8698ea-445f-4751-a923-c95ba728fd8c" providerId="ADAL" clId="{3BBAF674-EF7C-4A66-896E-E877E5FF3859}" dt="2026-09-07T19:48:32.555" v="8" actId="9405"/>
          <ac:inkMkLst>
            <pc:docMk/>
            <pc:sldMk cId="3336578494" sldId="285"/>
            <ac:inkMk id="9" creationId="{CF7F8FD5-A334-14AC-C5C8-0028C3792C41}"/>
          </ac:inkMkLst>
        </pc:inkChg>
        <pc:inkChg chg="add">
          <ac:chgData name="Mario Martinez" userId="3a8698ea-445f-4751-a923-c95ba728fd8c" providerId="ADAL" clId="{3BBAF674-EF7C-4A66-896E-E877E5FF3859}" dt="2026-09-07T19:48:33.021" v="9" actId="9405"/>
          <ac:inkMkLst>
            <pc:docMk/>
            <pc:sldMk cId="3336578494" sldId="285"/>
            <ac:inkMk id="10" creationId="{F60EC151-3EBE-295B-68F3-B5C20740876B}"/>
          </ac:inkMkLst>
        </pc:inkChg>
        <pc:inkChg chg="add mod">
          <ac:chgData name="Mario Martinez" userId="3a8698ea-445f-4751-a923-c95ba728fd8c" providerId="ADAL" clId="{3BBAF674-EF7C-4A66-896E-E877E5FF3859}" dt="2026-09-07T19:48:36.222" v="16"/>
          <ac:inkMkLst>
            <pc:docMk/>
            <pc:sldMk cId="3336578494" sldId="285"/>
            <ac:inkMk id="11" creationId="{44F0B48B-D608-24F0-1C0E-A61D9C3444BE}"/>
          </ac:inkMkLst>
        </pc:inkChg>
        <pc:inkChg chg="add">
          <ac:chgData name="Mario Martinez" userId="3a8698ea-445f-4751-a923-c95ba728fd8c" providerId="ADAL" clId="{3BBAF674-EF7C-4A66-896E-E877E5FF3859}" dt="2026-09-07T19:48:33.911" v="11" actId="9405"/>
          <ac:inkMkLst>
            <pc:docMk/>
            <pc:sldMk cId="3336578494" sldId="285"/>
            <ac:inkMk id="12" creationId="{06E4023C-A591-5A80-6FE0-ECD5DB3D07FB}"/>
          </ac:inkMkLst>
        </pc:inkChg>
        <pc:inkChg chg="add mod">
          <ac:chgData name="Mario Martinez" userId="3a8698ea-445f-4751-a923-c95ba728fd8c" providerId="ADAL" clId="{3BBAF674-EF7C-4A66-896E-E877E5FF3859}" dt="2026-09-07T19:48:36.222" v="16"/>
          <ac:inkMkLst>
            <pc:docMk/>
            <pc:sldMk cId="3336578494" sldId="285"/>
            <ac:inkMk id="13" creationId="{CA027A16-FA43-44F5-E3C0-E8B0987EB444}"/>
          </ac:inkMkLst>
        </pc:inkChg>
        <pc:inkChg chg="add mod">
          <ac:chgData name="Mario Martinez" userId="3a8698ea-445f-4751-a923-c95ba728fd8c" providerId="ADAL" clId="{3BBAF674-EF7C-4A66-896E-E877E5FF3859}" dt="2026-09-07T19:48:36.222" v="16"/>
          <ac:inkMkLst>
            <pc:docMk/>
            <pc:sldMk cId="3336578494" sldId="285"/>
            <ac:inkMk id="14" creationId="{6CB45564-6003-CD23-D8AC-BC1BE3589624}"/>
          </ac:inkMkLst>
        </pc:inkChg>
        <pc:inkChg chg="add mod">
          <ac:chgData name="Mario Martinez" userId="3a8698ea-445f-4751-a923-c95ba728fd8c" providerId="ADAL" clId="{3BBAF674-EF7C-4A66-896E-E877E5FF3859}" dt="2026-09-07T19:48:36.222" v="16"/>
          <ac:inkMkLst>
            <pc:docMk/>
            <pc:sldMk cId="3336578494" sldId="285"/>
            <ac:inkMk id="15" creationId="{1C33091B-9807-F052-E84C-F301F4BFE134}"/>
          </ac:inkMkLst>
        </pc:inkChg>
        <pc:inkChg chg="add">
          <ac:chgData name="Mario Martinez" userId="3a8698ea-445f-4751-a923-c95ba728fd8c" providerId="ADAL" clId="{3BBAF674-EF7C-4A66-896E-E877E5FF3859}" dt="2026-09-07T19:48:35.618" v="15" actId="9405"/>
          <ac:inkMkLst>
            <pc:docMk/>
            <pc:sldMk cId="3336578494" sldId="285"/>
            <ac:inkMk id="16" creationId="{F5823FEF-C7E0-DA6C-5BA1-26735CE0BE1B}"/>
          </ac:inkMkLst>
        </pc:inkChg>
      </pc:sldChg>
      <pc:sldChg chg="addSp delSp modSp new del mod">
        <pc:chgData name="Mario Martinez" userId="3a8698ea-445f-4751-a923-c95ba728fd8c" providerId="ADAL" clId="{3BBAF674-EF7C-4A66-896E-E877E5FF3859}" dt="2026-09-07T19:50:07.761" v="73" actId="47"/>
        <pc:sldMkLst>
          <pc:docMk/>
          <pc:sldMk cId="1889612510" sldId="286"/>
        </pc:sldMkLst>
        <pc:grpChg chg="del mod">
          <ac:chgData name="Mario Martinez" userId="3a8698ea-445f-4751-a923-c95ba728fd8c" providerId="ADAL" clId="{3BBAF674-EF7C-4A66-896E-E877E5FF3859}" dt="2026-09-07T19:48:53.319" v="36"/>
          <ac:grpSpMkLst>
            <pc:docMk/>
            <pc:sldMk cId="1889612510" sldId="286"/>
            <ac:grpSpMk id="15" creationId="{B133525A-41C9-792A-87BC-3949C2A188C7}"/>
          </ac:grpSpMkLst>
        </pc:grpChg>
        <pc:grpChg chg="del mod">
          <ac:chgData name="Mario Martinez" userId="3a8698ea-445f-4751-a923-c95ba728fd8c" providerId="ADAL" clId="{3BBAF674-EF7C-4A66-896E-E877E5FF3859}" dt="2026-09-07T19:48:54.819" v="38"/>
          <ac:grpSpMkLst>
            <pc:docMk/>
            <pc:sldMk cId="1889612510" sldId="286"/>
            <ac:grpSpMk id="20" creationId="{1657646B-8D0E-10EA-741A-C84B404F7878}"/>
          </ac:grpSpMkLst>
        </pc:grpChg>
        <pc:grpChg chg="del mod">
          <ac:chgData name="Mario Martinez" userId="3a8698ea-445f-4751-a923-c95ba728fd8c" providerId="ADAL" clId="{3BBAF674-EF7C-4A66-896E-E877E5FF3859}" dt="2026-09-07T19:48:56.144" v="41"/>
          <ac:grpSpMkLst>
            <pc:docMk/>
            <pc:sldMk cId="1889612510" sldId="286"/>
            <ac:grpSpMk id="22" creationId="{862F049B-0514-2CC4-5EFC-A2C82D26E986}"/>
          </ac:grpSpMkLst>
        </pc:grpChg>
        <pc:grpChg chg="mod">
          <ac:chgData name="Mario Martinez" userId="3a8698ea-445f-4751-a923-c95ba728fd8c" providerId="ADAL" clId="{3BBAF674-EF7C-4A66-896E-E877E5FF3859}" dt="2026-09-07T19:48:56.144" v="41"/>
          <ac:grpSpMkLst>
            <pc:docMk/>
            <pc:sldMk cId="1889612510" sldId="286"/>
            <ac:grpSpMk id="25" creationId="{891287FD-C889-029A-1B37-EFF1E13BF9D8}"/>
          </ac:grpSpMkLst>
        </pc:grpChg>
        <pc:inkChg chg="add mod">
          <ac:chgData name="Mario Martinez" userId="3a8698ea-445f-4751-a923-c95ba728fd8c" providerId="ADAL" clId="{3BBAF674-EF7C-4A66-896E-E877E5FF3859}" dt="2026-09-07T19:48:54.819" v="38"/>
          <ac:inkMkLst>
            <pc:docMk/>
            <pc:sldMk cId="1889612510" sldId="286"/>
            <ac:inkMk id="2" creationId="{11284795-48C4-380A-22A5-049F8319F8DE}"/>
          </ac:inkMkLst>
        </pc:inkChg>
        <pc:inkChg chg="add mod">
          <ac:chgData name="Mario Martinez" userId="3a8698ea-445f-4751-a923-c95ba728fd8c" providerId="ADAL" clId="{3BBAF674-EF7C-4A66-896E-E877E5FF3859}" dt="2026-09-07T19:48:50.010" v="31"/>
          <ac:inkMkLst>
            <pc:docMk/>
            <pc:sldMk cId="1889612510" sldId="286"/>
            <ac:inkMk id="3" creationId="{C8DC10EC-0323-68F6-3E8B-180AAA74F9A7}"/>
          </ac:inkMkLst>
        </pc:inkChg>
        <pc:inkChg chg="add mod">
          <ac:chgData name="Mario Martinez" userId="3a8698ea-445f-4751-a923-c95ba728fd8c" providerId="ADAL" clId="{3BBAF674-EF7C-4A66-896E-E877E5FF3859}" dt="2026-09-07T19:48:56.144" v="41"/>
          <ac:inkMkLst>
            <pc:docMk/>
            <pc:sldMk cId="1889612510" sldId="286"/>
            <ac:inkMk id="4" creationId="{FA666849-5B5B-B98E-7E93-A837852D6609}"/>
          </ac:inkMkLst>
        </pc:inkChg>
        <pc:inkChg chg="add mod">
          <ac:chgData name="Mario Martinez" userId="3a8698ea-445f-4751-a923-c95ba728fd8c" providerId="ADAL" clId="{3BBAF674-EF7C-4A66-896E-E877E5FF3859}" dt="2026-09-07T19:48:50.010" v="31"/>
          <ac:inkMkLst>
            <pc:docMk/>
            <pc:sldMk cId="1889612510" sldId="286"/>
            <ac:inkMk id="5" creationId="{65C35401-7F86-A184-9120-4BF9EE34C518}"/>
          </ac:inkMkLst>
        </pc:inkChg>
        <pc:inkChg chg="add mod">
          <ac:chgData name="Mario Martinez" userId="3a8698ea-445f-4751-a923-c95ba728fd8c" providerId="ADAL" clId="{3BBAF674-EF7C-4A66-896E-E877E5FF3859}" dt="2026-09-07T19:48:56.144" v="41"/>
          <ac:inkMkLst>
            <pc:docMk/>
            <pc:sldMk cId="1889612510" sldId="286"/>
            <ac:inkMk id="6" creationId="{A63F3D23-373A-787C-095B-7B9E76FF2032}"/>
          </ac:inkMkLst>
        </pc:inkChg>
        <pc:inkChg chg="add mod">
          <ac:chgData name="Mario Martinez" userId="3a8698ea-445f-4751-a923-c95ba728fd8c" providerId="ADAL" clId="{3BBAF674-EF7C-4A66-896E-E877E5FF3859}" dt="2026-09-07T19:48:50.010" v="31"/>
          <ac:inkMkLst>
            <pc:docMk/>
            <pc:sldMk cId="1889612510" sldId="286"/>
            <ac:inkMk id="7" creationId="{BE80F596-3061-6D91-866B-661110EF5B22}"/>
          </ac:inkMkLst>
        </pc:inkChg>
        <pc:inkChg chg="add mod">
          <ac:chgData name="Mario Martinez" userId="3a8698ea-445f-4751-a923-c95ba728fd8c" providerId="ADAL" clId="{3BBAF674-EF7C-4A66-896E-E877E5FF3859}" dt="2026-09-07T19:48:56.144" v="41"/>
          <ac:inkMkLst>
            <pc:docMk/>
            <pc:sldMk cId="1889612510" sldId="286"/>
            <ac:inkMk id="8" creationId="{CD73D348-6CF0-C747-21A2-9F2FD3C4188A}"/>
          </ac:inkMkLst>
        </pc:inkChg>
        <pc:inkChg chg="add mod">
          <ac:chgData name="Mario Martinez" userId="3a8698ea-445f-4751-a923-c95ba728fd8c" providerId="ADAL" clId="{3BBAF674-EF7C-4A66-896E-E877E5FF3859}" dt="2026-09-07T19:48:56.144" v="41"/>
          <ac:inkMkLst>
            <pc:docMk/>
            <pc:sldMk cId="1889612510" sldId="286"/>
            <ac:inkMk id="9" creationId="{03A21AE6-93FC-AEEA-B65A-A93ED74651B0}"/>
          </ac:inkMkLst>
        </pc:inkChg>
        <pc:inkChg chg="add mod">
          <ac:chgData name="Mario Martinez" userId="3a8698ea-445f-4751-a923-c95ba728fd8c" providerId="ADAL" clId="{3BBAF674-EF7C-4A66-896E-E877E5FF3859}" dt="2026-09-07T19:48:50.010" v="31"/>
          <ac:inkMkLst>
            <pc:docMk/>
            <pc:sldMk cId="1889612510" sldId="286"/>
            <ac:inkMk id="10" creationId="{55373454-D968-0059-171C-0A20074BB823}"/>
          </ac:inkMkLst>
        </pc:inkChg>
        <pc:inkChg chg="add">
          <ac:chgData name="Mario Martinez" userId="3a8698ea-445f-4751-a923-c95ba728fd8c" providerId="ADAL" clId="{3BBAF674-EF7C-4A66-896E-E877E5FF3859}" dt="2026-09-07T19:48:48.044" v="27" actId="9405"/>
          <ac:inkMkLst>
            <pc:docMk/>
            <pc:sldMk cId="1889612510" sldId="286"/>
            <ac:inkMk id="11" creationId="{2E583991-55B7-7816-B95F-357E651350A8}"/>
          </ac:inkMkLst>
        </pc:inkChg>
        <pc:inkChg chg="add mod">
          <ac:chgData name="Mario Martinez" userId="3a8698ea-445f-4751-a923-c95ba728fd8c" providerId="ADAL" clId="{3BBAF674-EF7C-4A66-896E-E877E5FF3859}" dt="2026-09-07T19:48:56.144" v="41"/>
          <ac:inkMkLst>
            <pc:docMk/>
            <pc:sldMk cId="1889612510" sldId="286"/>
            <ac:inkMk id="12" creationId="{C82DCF41-35F4-3491-D4C4-71135A619F89}"/>
          </ac:inkMkLst>
        </pc:inkChg>
        <pc:inkChg chg="add mod">
          <ac:chgData name="Mario Martinez" userId="3a8698ea-445f-4751-a923-c95ba728fd8c" providerId="ADAL" clId="{3BBAF674-EF7C-4A66-896E-E877E5FF3859}" dt="2026-09-07T19:48:50.010" v="31"/>
          <ac:inkMkLst>
            <pc:docMk/>
            <pc:sldMk cId="1889612510" sldId="286"/>
            <ac:inkMk id="13" creationId="{A9624FF9-1472-6689-695B-FA6A98EA21C3}"/>
          </ac:inkMkLst>
        </pc:inkChg>
        <pc:inkChg chg="add">
          <ac:chgData name="Mario Martinez" userId="3a8698ea-445f-4751-a923-c95ba728fd8c" providerId="ADAL" clId="{3BBAF674-EF7C-4A66-896E-E877E5FF3859}" dt="2026-09-07T19:48:49.339" v="30" actId="9405"/>
          <ac:inkMkLst>
            <pc:docMk/>
            <pc:sldMk cId="1889612510" sldId="286"/>
            <ac:inkMk id="14" creationId="{BA50A482-E7D5-7D12-8123-D08ADD2F2C8E}"/>
          </ac:inkMkLst>
        </pc:inkChg>
        <pc:inkChg chg="add">
          <ac:chgData name="Mario Martinez" userId="3a8698ea-445f-4751-a923-c95ba728fd8c" providerId="ADAL" clId="{3BBAF674-EF7C-4A66-896E-E877E5FF3859}" dt="2026-09-07T19:48:50.776" v="32" actId="9405"/>
          <ac:inkMkLst>
            <pc:docMk/>
            <pc:sldMk cId="1889612510" sldId="286"/>
            <ac:inkMk id="16" creationId="{71389DD8-C2E7-A72B-D325-9293F70B16D4}"/>
          </ac:inkMkLst>
        </pc:inkChg>
        <pc:inkChg chg="add mod">
          <ac:chgData name="Mario Martinez" userId="3a8698ea-445f-4751-a923-c95ba728fd8c" providerId="ADAL" clId="{3BBAF674-EF7C-4A66-896E-E877E5FF3859}" dt="2026-09-07T19:48:56.144" v="41"/>
          <ac:inkMkLst>
            <pc:docMk/>
            <pc:sldMk cId="1889612510" sldId="286"/>
            <ac:inkMk id="17" creationId="{E48E003C-B895-ED90-310E-869FA202D73B}"/>
          </ac:inkMkLst>
        </pc:inkChg>
        <pc:inkChg chg="add mod">
          <ac:chgData name="Mario Martinez" userId="3a8698ea-445f-4751-a923-c95ba728fd8c" providerId="ADAL" clId="{3BBAF674-EF7C-4A66-896E-E877E5FF3859}" dt="2026-09-07T19:48:53.319" v="36"/>
          <ac:inkMkLst>
            <pc:docMk/>
            <pc:sldMk cId="1889612510" sldId="286"/>
            <ac:inkMk id="18" creationId="{54FE28FB-93C9-0EC8-02C7-14690D62AE33}"/>
          </ac:inkMkLst>
        </pc:inkChg>
        <pc:inkChg chg="add">
          <ac:chgData name="Mario Martinez" userId="3a8698ea-445f-4751-a923-c95ba728fd8c" providerId="ADAL" clId="{3BBAF674-EF7C-4A66-896E-E877E5FF3859}" dt="2026-09-07T19:48:52.676" v="35" actId="9405"/>
          <ac:inkMkLst>
            <pc:docMk/>
            <pc:sldMk cId="1889612510" sldId="286"/>
            <ac:inkMk id="19" creationId="{A86190C2-5A31-BD3A-981E-DB634A289F1E}"/>
          </ac:inkMkLst>
        </pc:inkChg>
        <pc:inkChg chg="add mod">
          <ac:chgData name="Mario Martinez" userId="3a8698ea-445f-4751-a923-c95ba728fd8c" providerId="ADAL" clId="{3BBAF674-EF7C-4A66-896E-E877E5FF3859}" dt="2026-09-07T19:48:56.144" v="41"/>
          <ac:inkMkLst>
            <pc:docMk/>
            <pc:sldMk cId="1889612510" sldId="286"/>
            <ac:inkMk id="21" creationId="{B3DB1595-0EFE-6039-4965-41D3EDADA072}"/>
          </ac:inkMkLst>
        </pc:inkChg>
        <pc:inkChg chg="add">
          <ac:chgData name="Mario Martinez" userId="3a8698ea-445f-4751-a923-c95ba728fd8c" providerId="ADAL" clId="{3BBAF674-EF7C-4A66-896E-E877E5FF3859}" dt="2026-09-07T19:48:55.191" v="39" actId="9405"/>
          <ac:inkMkLst>
            <pc:docMk/>
            <pc:sldMk cId="1889612510" sldId="286"/>
            <ac:inkMk id="23" creationId="{1E9E7354-2235-DE45-C59F-3AC065EA3000}"/>
          </ac:inkMkLst>
        </pc:inkChg>
        <pc:inkChg chg="add mod">
          <ac:chgData name="Mario Martinez" userId="3a8698ea-445f-4751-a923-c95ba728fd8c" providerId="ADAL" clId="{3BBAF674-EF7C-4A66-896E-E877E5FF3859}" dt="2026-09-07T19:48:56.144" v="41"/>
          <ac:inkMkLst>
            <pc:docMk/>
            <pc:sldMk cId="1889612510" sldId="286"/>
            <ac:inkMk id="24" creationId="{F10680EF-591C-90D0-58D8-F17D115A3B0A}"/>
          </ac:inkMkLst>
        </pc:inkChg>
      </pc:sldChg>
      <pc:sldChg chg="addSp delSp modSp new del mod">
        <pc:chgData name="Mario Martinez" userId="3a8698ea-445f-4751-a923-c95ba728fd8c" providerId="ADAL" clId="{3BBAF674-EF7C-4A66-896E-E877E5FF3859}" dt="2026-09-07T19:50:09.931" v="74" actId="47"/>
        <pc:sldMkLst>
          <pc:docMk/>
          <pc:sldMk cId="2924553451" sldId="287"/>
        </pc:sldMkLst>
        <pc:grpChg chg="del mod">
          <ac:chgData name="Mario Martinez" userId="3a8698ea-445f-4751-a923-c95ba728fd8c" providerId="ADAL" clId="{3BBAF674-EF7C-4A66-896E-E877E5FF3859}" dt="2026-09-07T19:49:40.013" v="61"/>
          <ac:grpSpMkLst>
            <pc:docMk/>
            <pc:sldMk cId="2924553451" sldId="287"/>
            <ac:grpSpMk id="13" creationId="{6807A1D5-2C56-51A9-FC0A-35B1EDA23B38}"/>
          </ac:grpSpMkLst>
        </pc:grpChg>
        <pc:grpChg chg="del mod">
          <ac:chgData name="Mario Martinez" userId="3a8698ea-445f-4751-a923-c95ba728fd8c" providerId="ADAL" clId="{3BBAF674-EF7C-4A66-896E-E877E5FF3859}" dt="2026-09-07T19:49:43.950" v="71"/>
          <ac:grpSpMkLst>
            <pc:docMk/>
            <pc:sldMk cId="2924553451" sldId="287"/>
            <ac:grpSpMk id="20" creationId="{ACE3BE77-8F6A-63E5-1EC9-29AD92097480}"/>
          </ac:grpSpMkLst>
        </pc:grpChg>
        <pc:grpChg chg="mod">
          <ac:chgData name="Mario Martinez" userId="3a8698ea-445f-4751-a923-c95ba728fd8c" providerId="ADAL" clId="{3BBAF674-EF7C-4A66-896E-E877E5FF3859}" dt="2026-09-07T19:49:43.950" v="71"/>
          <ac:grpSpMkLst>
            <pc:docMk/>
            <pc:sldMk cId="2924553451" sldId="287"/>
            <ac:grpSpMk id="30" creationId="{CCEA6B57-25F6-D4EA-38F3-7E55CFCB655F}"/>
          </ac:grpSpMkLst>
        </pc:grpChg>
        <pc:inkChg chg="add">
          <ac:chgData name="Mario Martinez" userId="3a8698ea-445f-4751-a923-c95ba728fd8c" providerId="ADAL" clId="{3BBAF674-EF7C-4A66-896E-E877E5FF3859}" dt="2026-09-07T19:49:23.605" v="43" actId="9405"/>
          <ac:inkMkLst>
            <pc:docMk/>
            <pc:sldMk cId="2924553451" sldId="287"/>
            <ac:inkMk id="2" creationId="{688B073E-0911-A743-C7F4-661F21B4247C}"/>
          </ac:inkMkLst>
        </pc:inkChg>
        <pc:inkChg chg="add mod">
          <ac:chgData name="Mario Martinez" userId="3a8698ea-445f-4751-a923-c95ba728fd8c" providerId="ADAL" clId="{3BBAF674-EF7C-4A66-896E-E877E5FF3859}" dt="2026-09-07T19:49:36.519" v="54"/>
          <ac:inkMkLst>
            <pc:docMk/>
            <pc:sldMk cId="2924553451" sldId="287"/>
            <ac:inkMk id="3" creationId="{B0F02FE3-3573-8A28-1BD6-2E5A2258681A}"/>
          </ac:inkMkLst>
        </pc:inkChg>
        <pc:inkChg chg="add mod">
          <ac:chgData name="Mario Martinez" userId="3a8698ea-445f-4751-a923-c95ba728fd8c" providerId="ADAL" clId="{3BBAF674-EF7C-4A66-896E-E877E5FF3859}" dt="2026-09-07T19:49:43.950" v="71"/>
          <ac:inkMkLst>
            <pc:docMk/>
            <pc:sldMk cId="2924553451" sldId="287"/>
            <ac:inkMk id="4" creationId="{1132577B-CAF0-B3C2-5D3E-5FFDA688684F}"/>
          </ac:inkMkLst>
        </pc:inkChg>
        <pc:inkChg chg="add mod">
          <ac:chgData name="Mario Martinez" userId="3a8698ea-445f-4751-a923-c95ba728fd8c" providerId="ADAL" clId="{3BBAF674-EF7C-4A66-896E-E877E5FF3859}" dt="2026-09-07T19:49:36.519" v="54"/>
          <ac:inkMkLst>
            <pc:docMk/>
            <pc:sldMk cId="2924553451" sldId="287"/>
            <ac:inkMk id="5" creationId="{D19C219E-78E8-8721-6205-931A352D0156}"/>
          </ac:inkMkLst>
        </pc:inkChg>
        <pc:inkChg chg="add mod">
          <ac:chgData name="Mario Martinez" userId="3a8698ea-445f-4751-a923-c95ba728fd8c" providerId="ADAL" clId="{3BBAF674-EF7C-4A66-896E-E877E5FF3859}" dt="2026-09-07T19:49:43.950" v="71"/>
          <ac:inkMkLst>
            <pc:docMk/>
            <pc:sldMk cId="2924553451" sldId="287"/>
            <ac:inkMk id="6" creationId="{9132EDEF-391D-3E4D-509C-911B9A6078F4}"/>
          </ac:inkMkLst>
        </pc:inkChg>
        <pc:inkChg chg="add mod">
          <ac:chgData name="Mario Martinez" userId="3a8698ea-445f-4751-a923-c95ba728fd8c" providerId="ADAL" clId="{3BBAF674-EF7C-4A66-896E-E877E5FF3859}" dt="2026-09-07T19:49:43.950" v="71"/>
          <ac:inkMkLst>
            <pc:docMk/>
            <pc:sldMk cId="2924553451" sldId="287"/>
            <ac:inkMk id="7" creationId="{D9A8671E-70F5-5CA9-4B36-8FBCFEBD006E}"/>
          </ac:inkMkLst>
        </pc:inkChg>
        <pc:inkChg chg="add mod">
          <ac:chgData name="Mario Martinez" userId="3a8698ea-445f-4751-a923-c95ba728fd8c" providerId="ADAL" clId="{3BBAF674-EF7C-4A66-896E-E877E5FF3859}" dt="2026-09-07T19:49:43.950" v="71"/>
          <ac:inkMkLst>
            <pc:docMk/>
            <pc:sldMk cId="2924553451" sldId="287"/>
            <ac:inkMk id="8" creationId="{28964C4A-98AB-670D-EE9A-1897E97BFCA0}"/>
          </ac:inkMkLst>
        </pc:inkChg>
        <pc:inkChg chg="add mod">
          <ac:chgData name="Mario Martinez" userId="3a8698ea-445f-4751-a923-c95ba728fd8c" providerId="ADAL" clId="{3BBAF674-EF7C-4A66-896E-E877E5FF3859}" dt="2026-09-07T19:49:40.013" v="61"/>
          <ac:inkMkLst>
            <pc:docMk/>
            <pc:sldMk cId="2924553451" sldId="287"/>
            <ac:inkMk id="9" creationId="{F020A917-B81D-AEFC-6043-B3E09898C6FA}"/>
          </ac:inkMkLst>
        </pc:inkChg>
        <pc:inkChg chg="add mod">
          <ac:chgData name="Mario Martinez" userId="3a8698ea-445f-4751-a923-c95ba728fd8c" providerId="ADAL" clId="{3BBAF674-EF7C-4A66-896E-E877E5FF3859}" dt="2026-09-07T19:49:40.013" v="61"/>
          <ac:inkMkLst>
            <pc:docMk/>
            <pc:sldMk cId="2924553451" sldId="287"/>
            <ac:inkMk id="10" creationId="{C7327DE8-3606-C4B0-8505-062AF8198F7F}"/>
          </ac:inkMkLst>
        </pc:inkChg>
        <pc:inkChg chg="add mod">
          <ac:chgData name="Mario Martinez" userId="3a8698ea-445f-4751-a923-c95ba728fd8c" providerId="ADAL" clId="{3BBAF674-EF7C-4A66-896E-E877E5FF3859}" dt="2026-09-07T19:49:43.950" v="71"/>
          <ac:inkMkLst>
            <pc:docMk/>
            <pc:sldMk cId="2924553451" sldId="287"/>
            <ac:inkMk id="11" creationId="{2133ED3B-33D3-D727-050D-4599FAA67E40}"/>
          </ac:inkMkLst>
        </pc:inkChg>
        <pc:inkChg chg="add mod">
          <ac:chgData name="Mario Martinez" userId="3a8698ea-445f-4751-a923-c95ba728fd8c" providerId="ADAL" clId="{3BBAF674-EF7C-4A66-896E-E877E5FF3859}" dt="2026-09-07T19:49:43.950" v="71"/>
          <ac:inkMkLst>
            <pc:docMk/>
            <pc:sldMk cId="2924553451" sldId="287"/>
            <ac:inkMk id="12" creationId="{A5F0A15B-C404-DC07-A576-445EC5EB0181}"/>
          </ac:inkMkLst>
        </pc:inkChg>
        <pc:inkChg chg="add mod">
          <ac:chgData name="Mario Martinez" userId="3a8698ea-445f-4751-a923-c95ba728fd8c" providerId="ADAL" clId="{3BBAF674-EF7C-4A66-896E-E877E5FF3859}" dt="2026-09-07T19:49:43.950" v="71"/>
          <ac:inkMkLst>
            <pc:docMk/>
            <pc:sldMk cId="2924553451" sldId="287"/>
            <ac:inkMk id="14" creationId="{031ADFB2-0EB2-6043-984D-F77C5353899B}"/>
          </ac:inkMkLst>
        </pc:inkChg>
        <pc:inkChg chg="add mod">
          <ac:chgData name="Mario Martinez" userId="3a8698ea-445f-4751-a923-c95ba728fd8c" providerId="ADAL" clId="{3BBAF674-EF7C-4A66-896E-E877E5FF3859}" dt="2026-09-07T19:49:40.013" v="61"/>
          <ac:inkMkLst>
            <pc:docMk/>
            <pc:sldMk cId="2924553451" sldId="287"/>
            <ac:inkMk id="15" creationId="{C57A180D-1249-48C2-B34A-8ED8605FAE26}"/>
          </ac:inkMkLst>
        </pc:inkChg>
        <pc:inkChg chg="add mod">
          <ac:chgData name="Mario Martinez" userId="3a8698ea-445f-4751-a923-c95ba728fd8c" providerId="ADAL" clId="{3BBAF674-EF7C-4A66-896E-E877E5FF3859}" dt="2026-09-07T19:49:43.950" v="71"/>
          <ac:inkMkLst>
            <pc:docMk/>
            <pc:sldMk cId="2924553451" sldId="287"/>
            <ac:inkMk id="16" creationId="{E08B92DD-C815-A11E-9D54-5E8A8DDCB01E}"/>
          </ac:inkMkLst>
        </pc:inkChg>
        <pc:inkChg chg="add">
          <ac:chgData name="Mario Martinez" userId="3a8698ea-445f-4751-a923-c95ba728fd8c" providerId="ADAL" clId="{3BBAF674-EF7C-4A66-896E-E877E5FF3859}" dt="2026-09-07T19:49:38.640" v="58" actId="9405"/>
          <ac:inkMkLst>
            <pc:docMk/>
            <pc:sldMk cId="2924553451" sldId="287"/>
            <ac:inkMk id="17" creationId="{D1ADA6CE-96B3-65B9-4AE3-5A5C7774DF1C}"/>
          </ac:inkMkLst>
        </pc:inkChg>
        <pc:inkChg chg="add mod">
          <ac:chgData name="Mario Martinez" userId="3a8698ea-445f-4751-a923-c95ba728fd8c" providerId="ADAL" clId="{3BBAF674-EF7C-4A66-896E-E877E5FF3859}" dt="2026-09-07T19:49:40.013" v="61"/>
          <ac:inkMkLst>
            <pc:docMk/>
            <pc:sldMk cId="2924553451" sldId="287"/>
            <ac:inkMk id="18" creationId="{B2D2219D-B4C6-4745-5235-91962D600970}"/>
          </ac:inkMkLst>
        </pc:inkChg>
        <pc:inkChg chg="add mod">
          <ac:chgData name="Mario Martinez" userId="3a8698ea-445f-4751-a923-c95ba728fd8c" providerId="ADAL" clId="{3BBAF674-EF7C-4A66-896E-E877E5FF3859}" dt="2026-09-07T19:49:40.013" v="61"/>
          <ac:inkMkLst>
            <pc:docMk/>
            <pc:sldMk cId="2924553451" sldId="287"/>
            <ac:inkMk id="19" creationId="{60604F47-21A4-0971-C037-73C029211374}"/>
          </ac:inkMkLst>
        </pc:inkChg>
        <pc:inkChg chg="add">
          <ac:chgData name="Mario Martinez" userId="3a8698ea-445f-4751-a923-c95ba728fd8c" providerId="ADAL" clId="{3BBAF674-EF7C-4A66-896E-E877E5FF3859}" dt="2026-09-07T19:49:40.952" v="62" actId="9405"/>
          <ac:inkMkLst>
            <pc:docMk/>
            <pc:sldMk cId="2924553451" sldId="287"/>
            <ac:inkMk id="21" creationId="{BBD7A0F9-41DF-7496-20F0-7D6CCB710E42}"/>
          </ac:inkMkLst>
        </pc:inkChg>
        <pc:inkChg chg="add">
          <ac:chgData name="Mario Martinez" userId="3a8698ea-445f-4751-a923-c95ba728fd8c" providerId="ADAL" clId="{3BBAF674-EF7C-4A66-896E-E877E5FF3859}" dt="2026-09-07T19:49:41.211" v="63" actId="9405"/>
          <ac:inkMkLst>
            <pc:docMk/>
            <pc:sldMk cId="2924553451" sldId="287"/>
            <ac:inkMk id="22" creationId="{E5A43ACD-1C8B-E57E-198C-953951712595}"/>
          </ac:inkMkLst>
        </pc:inkChg>
        <pc:inkChg chg="add">
          <ac:chgData name="Mario Martinez" userId="3a8698ea-445f-4751-a923-c95ba728fd8c" providerId="ADAL" clId="{3BBAF674-EF7C-4A66-896E-E877E5FF3859}" dt="2026-09-07T19:49:41.345" v="64" actId="9405"/>
          <ac:inkMkLst>
            <pc:docMk/>
            <pc:sldMk cId="2924553451" sldId="287"/>
            <ac:inkMk id="23" creationId="{770C936A-6B9B-5552-D1CA-932072B2A8F3}"/>
          </ac:inkMkLst>
        </pc:inkChg>
        <pc:inkChg chg="add">
          <ac:chgData name="Mario Martinez" userId="3a8698ea-445f-4751-a923-c95ba728fd8c" providerId="ADAL" clId="{3BBAF674-EF7C-4A66-896E-E877E5FF3859}" dt="2026-09-07T19:49:41.501" v="65" actId="9405"/>
          <ac:inkMkLst>
            <pc:docMk/>
            <pc:sldMk cId="2924553451" sldId="287"/>
            <ac:inkMk id="24" creationId="{209E1D06-80FB-9A90-2E0D-2C1C2844193C}"/>
          </ac:inkMkLst>
        </pc:inkChg>
        <pc:inkChg chg="add">
          <ac:chgData name="Mario Martinez" userId="3a8698ea-445f-4751-a923-c95ba728fd8c" providerId="ADAL" clId="{3BBAF674-EF7C-4A66-896E-E877E5FF3859}" dt="2026-09-07T19:49:41.843" v="66" actId="9405"/>
          <ac:inkMkLst>
            <pc:docMk/>
            <pc:sldMk cId="2924553451" sldId="287"/>
            <ac:inkMk id="25" creationId="{73D2B237-B0CD-3DA7-3DE4-DEE8654E59E5}"/>
          </ac:inkMkLst>
        </pc:inkChg>
        <pc:inkChg chg="add">
          <ac:chgData name="Mario Martinez" userId="3a8698ea-445f-4751-a923-c95ba728fd8c" providerId="ADAL" clId="{3BBAF674-EF7C-4A66-896E-E877E5FF3859}" dt="2026-09-07T19:49:42.358" v="67" actId="9405"/>
          <ac:inkMkLst>
            <pc:docMk/>
            <pc:sldMk cId="2924553451" sldId="287"/>
            <ac:inkMk id="26" creationId="{4AE01FAC-1EF7-CD5A-F515-EF79C8E8311C}"/>
          </ac:inkMkLst>
        </pc:inkChg>
        <pc:inkChg chg="add">
          <ac:chgData name="Mario Martinez" userId="3a8698ea-445f-4751-a923-c95ba728fd8c" providerId="ADAL" clId="{3BBAF674-EF7C-4A66-896E-E877E5FF3859}" dt="2026-09-07T19:49:42.740" v="68" actId="9405"/>
          <ac:inkMkLst>
            <pc:docMk/>
            <pc:sldMk cId="2924553451" sldId="287"/>
            <ac:inkMk id="27" creationId="{5443E69E-3233-C1CE-C599-8FD312C346EF}"/>
          </ac:inkMkLst>
        </pc:inkChg>
        <pc:inkChg chg="add">
          <ac:chgData name="Mario Martinez" userId="3a8698ea-445f-4751-a923-c95ba728fd8c" providerId="ADAL" clId="{3BBAF674-EF7C-4A66-896E-E877E5FF3859}" dt="2026-09-07T19:49:43.031" v="69" actId="9405"/>
          <ac:inkMkLst>
            <pc:docMk/>
            <pc:sldMk cId="2924553451" sldId="287"/>
            <ac:inkMk id="28" creationId="{51D6C130-7F65-4BD5-5E57-E05F1664069C}"/>
          </ac:inkMkLst>
        </pc:inkChg>
        <pc:inkChg chg="add">
          <ac:chgData name="Mario Martinez" userId="3a8698ea-445f-4751-a923-c95ba728fd8c" providerId="ADAL" clId="{3BBAF674-EF7C-4A66-896E-E877E5FF3859}" dt="2026-09-07T19:49:43.342" v="70" actId="9405"/>
          <ac:inkMkLst>
            <pc:docMk/>
            <pc:sldMk cId="2924553451" sldId="287"/>
            <ac:inkMk id="29" creationId="{3D406001-7D70-1791-A345-62A2B25D0189}"/>
          </ac:inkMkLst>
        </pc:ink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US" dirty="0"/>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07/09/2026</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07/09/2026</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iki.ros.org/rosserial" TargetMode="Externa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hyperlink" Target="https://docs.arduino.cc/software/ide-v2/tutorials/getting-started/ide-v2-downloading-and-installing" TargetMode="External"/><Relationship Id="rId2" Type="http://schemas.openxmlformats.org/officeDocument/2006/relationships/hyperlink" Target="https://www.arduino.cc/en/software" TargetMode="External"/><Relationship Id="rId1" Type="http://schemas.openxmlformats.org/officeDocument/2006/relationships/slideLayout" Target="../slideLayouts/slideLayout22.xml"/><Relationship Id="rId5" Type="http://schemas.openxmlformats.org/officeDocument/2006/relationships/image" Target="../media/image7.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hyperlink" Target="https://randomnerdtutorials.com/installing-esp32-arduino-ide-2-0/" TargetMode="External"/><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22.xml"/><Relationship Id="rId6" Type="http://schemas.openxmlformats.org/officeDocument/2006/relationships/image" Target="../media/image8.png"/><Relationship Id="rId5" Type="http://schemas.openxmlformats.org/officeDocument/2006/relationships/hyperlink" Target="https://github.com/espressif/arduino-esp32" TargetMode="External"/><Relationship Id="rId4" Type="http://schemas.openxmlformats.org/officeDocument/2006/relationships/hyperlink" Target="https://docs.espressif.com/projects/arduino-esp32/en/latest/installing.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iki.ros.org/rosserial_arduino/Tutorials/Arduino%20IDE%20Setup" TargetMode="Externa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hyperlink" Target="https://askubuntu.com/questions/58119/changing-permissions-on-serial-port" TargetMode="Externa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hyperlink" Target="https://docs.vmware.com/en/VMware-Workstation-Player-for-Windows/15.0/com.vmware.player.win.using.doc/GUID-C06B47CE-191C-40DB-B5A1-51832E5B3A2B.html" TargetMode="External"/><Relationship Id="rId2" Type="http://schemas.openxmlformats.org/officeDocument/2006/relationships/hyperlink" Target="https://docs.vmware.com/en/VMware-Workstation-Player-for-Windows/15.0/com.vmware.player.win.using.doc/GUID-E003456F-EB94-4B53-9082-293D9617CB5A.html" TargetMode="External"/><Relationship Id="rId1" Type="http://schemas.openxmlformats.org/officeDocument/2006/relationships/slideLayout" Target="../slideLayouts/slideLayout22.xml"/><Relationship Id="rId6" Type="http://schemas.openxmlformats.org/officeDocument/2006/relationships/hyperlink" Target="https://www.youtube.com/watch?v=UGQpDGW6uPo&amp;ab_channel=TechPub" TargetMode="External"/><Relationship Id="rId5" Type="http://schemas.openxmlformats.org/officeDocument/2006/relationships/hyperlink" Target="https://docs.vmware.com/en/VMware-Workstation-Player-for-Windows/15.0/com.vmware.player.win.using.doc/GUID-06E14969-21F2-4AB1-9E48-1974C28894BE.html" TargetMode="External"/><Relationship Id="rId4" Type="http://schemas.openxmlformats.org/officeDocument/2006/relationships/hyperlink" Target="https://docs.vmware.com/en/VMware-Workstation-Player-for-Windows/15.0/com.vmware.player.win.using.doc/GUID-3FDFADF0-075B-47FA-9FE1-84FBFB4459F4.html"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espressif-docs.readthedocs-hosted.com/projects/arduino-esp32/en/latest/troubleshooting.html" TargetMode="External"/><Relationship Id="rId2" Type="http://schemas.openxmlformats.org/officeDocument/2006/relationships/hyperlink" Target="https://randomnerdtutorials.com/esp32-troubleshooting-guide/" TargetMode="Externa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ftdichip.com/drivers/vcp-drivers/" TargetMode="External"/><Relationship Id="rId1" Type="http://schemas.openxmlformats.org/officeDocument/2006/relationships/slideLayout" Target="../slideLayouts/slideLayout2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hyperlink" Target="https://randomnerdtutorials.com/esp32-troubleshooting-guide/" TargetMode="External"/><Relationship Id="rId2" Type="http://schemas.openxmlformats.org/officeDocument/2006/relationships/hyperlink" Target="https://www.silabs.com/developers/usb-to-uart-bridge-vcp-drivers?tab=downloads" TargetMode="Externa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hyperlink" Target="http://wiki.ros.org/rosserial_arduino/Tutorials/Hello%20World" TargetMode="Externa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5C15-5F40-4167-FD82-B39FDF181BAF}"/>
              </a:ext>
            </a:extLst>
          </p:cNvPr>
          <p:cNvSpPr>
            <a:spLocks noGrp="1"/>
          </p:cNvSpPr>
          <p:nvPr>
            <p:ph type="ctrTitle"/>
          </p:nvPr>
        </p:nvSpPr>
        <p:spPr>
          <a:xfrm>
            <a:off x="406206" y="2767280"/>
            <a:ext cx="4216910" cy="1323439"/>
          </a:xfrm>
        </p:spPr>
        <p:txBody>
          <a:bodyPr>
            <a:normAutofit/>
          </a:bodyPr>
          <a:lstStyle/>
          <a:p>
            <a:r>
              <a:rPr lang="en-GB" dirty="0" err="1"/>
              <a:t>Rosserial</a:t>
            </a:r>
            <a:r>
              <a:rPr lang="en-GB" dirty="0"/>
              <a:t> and Arduino IDE</a:t>
            </a:r>
          </a:p>
        </p:txBody>
      </p:sp>
      <p:sp>
        <p:nvSpPr>
          <p:cNvPr id="3" name="Subtitle 2">
            <a:extLst>
              <a:ext uri="{FF2B5EF4-FFF2-40B4-BE49-F238E27FC236}">
                <a16:creationId xmlns:a16="http://schemas.microsoft.com/office/drawing/2014/main" id="{A0F13DC6-B09E-2CD5-86E3-112A0919B40D}"/>
              </a:ext>
            </a:extLst>
          </p:cNvPr>
          <p:cNvSpPr>
            <a:spLocks noGrp="1"/>
          </p:cNvSpPr>
          <p:nvPr>
            <p:ph type="subTitle" idx="1"/>
          </p:nvPr>
        </p:nvSpPr>
        <p:spPr/>
        <p:txBody>
          <a:bodyPr>
            <a:normAutofit/>
          </a:bodyPr>
          <a:lstStyle/>
          <a:p>
            <a:r>
              <a:rPr lang="en-GB" dirty="0"/>
              <a:t>Setup</a:t>
            </a:r>
          </a:p>
        </p:txBody>
      </p:sp>
    </p:spTree>
    <p:extLst>
      <p:ext uri="{BB962C8B-B14F-4D97-AF65-F5344CB8AC3E}">
        <p14:creationId xmlns:p14="http://schemas.microsoft.com/office/powerpoint/2010/main" val="189954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96F2F3-E7D1-9FE7-695F-B7EA58657987}"/>
              </a:ext>
            </a:extLst>
          </p:cNvPr>
          <p:cNvSpPr>
            <a:spLocks noGrp="1"/>
          </p:cNvSpPr>
          <p:nvPr>
            <p:ph sz="half" idx="1"/>
          </p:nvPr>
        </p:nvSpPr>
        <p:spPr>
          <a:xfrm>
            <a:off x="838200" y="1825625"/>
            <a:ext cx="5181600" cy="4614932"/>
          </a:xfrm>
        </p:spPr>
        <p:txBody>
          <a:bodyPr>
            <a:normAutofit lnSpcReduction="10000"/>
          </a:bodyPr>
          <a:lstStyle/>
          <a:p>
            <a:pPr marL="0" indent="0">
              <a:lnSpc>
                <a:spcPct val="150000"/>
              </a:lnSpc>
              <a:buNone/>
            </a:pPr>
            <a:r>
              <a:rPr lang="en-US" sz="2000" dirty="0">
                <a:latin typeface="Nexa-Bold" panose="01000000000000000000" pitchFamily="2" charset="0"/>
              </a:rPr>
              <a:t>Configuring the Arduino IDE</a:t>
            </a:r>
            <a:endParaRPr lang="en-US" sz="2000" dirty="0">
              <a:hlinkClick r:id="rId2">
                <a:extLst>
                  <a:ext uri="{A12FA001-AC4F-418D-AE19-62706E023703}">
                    <ahyp:hlinkClr xmlns:ahyp="http://schemas.microsoft.com/office/drawing/2018/hyperlinkcolor" val="tx"/>
                  </a:ext>
                </a:extLst>
              </a:hlinkClick>
            </a:endParaRPr>
          </a:p>
          <a:p>
            <a:pPr>
              <a:lnSpc>
                <a:spcPct val="150000"/>
              </a:lnSpc>
            </a:pPr>
            <a:r>
              <a:rPr lang="en-US" sz="1400" dirty="0"/>
              <a:t>The Arduino and Arduino IDE are great tools for quickly and easily programming hardware.</a:t>
            </a:r>
          </a:p>
          <a:p>
            <a:pPr>
              <a:lnSpc>
                <a:spcPct val="150000"/>
              </a:lnSpc>
            </a:pPr>
            <a:r>
              <a:rPr lang="en-US" sz="1400" dirty="0"/>
              <a:t>The </a:t>
            </a:r>
            <a:r>
              <a:rPr lang="en-US" sz="1400" dirty="0" err="1"/>
              <a:t>rosserial_arduino</a:t>
            </a:r>
            <a:r>
              <a:rPr lang="en-US" sz="1400" dirty="0"/>
              <a:t> package, allows the </a:t>
            </a:r>
            <a:r>
              <a:rPr lang="en-US" sz="1400" dirty="0" err="1"/>
              <a:t>usageof</a:t>
            </a:r>
            <a:r>
              <a:rPr lang="en-US" sz="1400" dirty="0"/>
              <a:t> ROS directly with the Arduino IDE. </a:t>
            </a:r>
          </a:p>
          <a:p>
            <a:pPr>
              <a:lnSpc>
                <a:spcPct val="150000"/>
              </a:lnSpc>
            </a:pPr>
            <a:r>
              <a:rPr lang="en-US" sz="1400" dirty="0" err="1"/>
              <a:t>Rosserial</a:t>
            </a:r>
            <a:r>
              <a:rPr lang="en-US" sz="1400" dirty="0"/>
              <a:t> provides a ROS communication protocol that works over your Arduino's UART. </a:t>
            </a:r>
          </a:p>
          <a:p>
            <a:pPr>
              <a:lnSpc>
                <a:spcPct val="150000"/>
              </a:lnSpc>
            </a:pPr>
            <a:r>
              <a:rPr lang="en-US" sz="1400" dirty="0" err="1"/>
              <a:t>Rosserial</a:t>
            </a:r>
            <a:r>
              <a:rPr lang="en-US" sz="1400" dirty="0"/>
              <a:t>, allows Arduino to be a ROS node which can directly publish and subscribe to ROS messages, publish TF transforms, and get the ROS system time.</a:t>
            </a:r>
          </a:p>
          <a:p>
            <a:pPr>
              <a:lnSpc>
                <a:spcPct val="150000"/>
              </a:lnSpc>
            </a:pPr>
            <a:r>
              <a:rPr lang="en-US" sz="1400" dirty="0"/>
              <a:t>Arduino IDE can also be used to program the </a:t>
            </a:r>
            <a:r>
              <a:rPr lang="en-US" sz="1400" dirty="0" err="1"/>
              <a:t>Hackerboard</a:t>
            </a:r>
            <a:r>
              <a:rPr lang="en-US" sz="1400" dirty="0"/>
              <a:t> and other microcontrollers like the ESP32.</a:t>
            </a:r>
            <a:endParaRPr lang="en-GB" sz="1400" dirty="0"/>
          </a:p>
        </p:txBody>
      </p:sp>
      <p:sp>
        <p:nvSpPr>
          <p:cNvPr id="4" name="Title 3">
            <a:extLst>
              <a:ext uri="{FF2B5EF4-FFF2-40B4-BE49-F238E27FC236}">
                <a16:creationId xmlns:a16="http://schemas.microsoft.com/office/drawing/2014/main" id="{9DBDE074-ABEB-684C-C3AB-1CCDA4000186}"/>
              </a:ext>
            </a:extLst>
          </p:cNvPr>
          <p:cNvSpPr>
            <a:spLocks noGrp="1"/>
          </p:cNvSpPr>
          <p:nvPr>
            <p:ph type="title"/>
          </p:nvPr>
        </p:nvSpPr>
        <p:spPr/>
        <p:txBody>
          <a:bodyPr/>
          <a:lstStyle/>
          <a:p>
            <a:r>
              <a:rPr lang="en-GB" dirty="0"/>
              <a:t>Arduino IDE</a:t>
            </a:r>
          </a:p>
        </p:txBody>
      </p:sp>
      <p:pic>
        <p:nvPicPr>
          <p:cNvPr id="8" name="Content Placeholder 7">
            <a:extLst>
              <a:ext uri="{FF2B5EF4-FFF2-40B4-BE49-F238E27FC236}">
                <a16:creationId xmlns:a16="http://schemas.microsoft.com/office/drawing/2014/main" id="{CAEF4D5B-B798-8B6B-C3DB-06565B43B9BB}"/>
              </a:ext>
            </a:extLst>
          </p:cNvPr>
          <p:cNvPicPr>
            <a:picLocks noGrp="1" noChangeAspect="1"/>
          </p:cNvPicPr>
          <p:nvPr>
            <p:ph sz="half" idx="2"/>
          </p:nvPr>
        </p:nvPicPr>
        <p:blipFill>
          <a:blip r:embed="rId3"/>
          <a:stretch>
            <a:fillRect/>
          </a:stretch>
        </p:blipFill>
        <p:spPr>
          <a:xfrm>
            <a:off x="6172200" y="2450170"/>
            <a:ext cx="5181600" cy="3365773"/>
          </a:xfrm>
        </p:spPr>
      </p:pic>
      <p:sp>
        <p:nvSpPr>
          <p:cNvPr id="10" name="TextBox 9">
            <a:extLst>
              <a:ext uri="{FF2B5EF4-FFF2-40B4-BE49-F238E27FC236}">
                <a16:creationId xmlns:a16="http://schemas.microsoft.com/office/drawing/2014/main" id="{F92277E7-A206-5AB1-B4FC-B6E113808A7F}"/>
              </a:ext>
            </a:extLst>
          </p:cNvPr>
          <p:cNvSpPr txBox="1"/>
          <p:nvPr/>
        </p:nvSpPr>
        <p:spPr>
          <a:xfrm>
            <a:off x="9523108" y="5815943"/>
            <a:ext cx="1830692" cy="369332"/>
          </a:xfrm>
          <a:prstGeom prst="rect">
            <a:avLst/>
          </a:prstGeom>
          <a:noFill/>
        </p:spPr>
        <p:txBody>
          <a:bodyPr wrap="square">
            <a:spAutoFit/>
          </a:bodyPr>
          <a:lstStyle/>
          <a:p>
            <a:r>
              <a:rPr lang="en-US" sz="1800" dirty="0">
                <a:latin typeface="Nexa-Bold" panose="01000000000000000000" pitchFamily="2" charset="0"/>
              </a:rPr>
              <a:t>Arduino IDE</a:t>
            </a:r>
            <a:endParaRPr lang="en-GB" dirty="0"/>
          </a:p>
        </p:txBody>
      </p:sp>
    </p:spTree>
    <p:extLst>
      <p:ext uri="{BB962C8B-B14F-4D97-AF65-F5344CB8AC3E}">
        <p14:creationId xmlns:p14="http://schemas.microsoft.com/office/powerpoint/2010/main" val="3559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6AFB3B-01CD-3F89-2ACF-F1DC97CCC8D5}"/>
              </a:ext>
            </a:extLst>
          </p:cNvPr>
          <p:cNvSpPr>
            <a:spLocks noGrp="1"/>
          </p:cNvSpPr>
          <p:nvPr>
            <p:ph sz="half" idx="1"/>
          </p:nvPr>
        </p:nvSpPr>
        <p:spPr>
          <a:xfrm>
            <a:off x="417917" y="1808586"/>
            <a:ext cx="5181600" cy="5049414"/>
          </a:xfrm>
        </p:spPr>
        <p:txBody>
          <a:bodyPr>
            <a:normAutofit fontScale="92500" lnSpcReduction="20000"/>
          </a:bodyPr>
          <a:lstStyle/>
          <a:p>
            <a:pPr marL="0" indent="0">
              <a:lnSpc>
                <a:spcPct val="150000"/>
              </a:lnSpc>
              <a:buNone/>
              <a:tabLst>
                <a:tab pos="3408363" algn="l"/>
              </a:tabLst>
            </a:pPr>
            <a:r>
              <a:rPr lang="en-US" sz="2000" dirty="0">
                <a:latin typeface="Nexa-Bold" panose="01000000000000000000" pitchFamily="2" charset="0"/>
              </a:rPr>
              <a:t>Installation</a:t>
            </a:r>
          </a:p>
          <a:p>
            <a:pPr>
              <a:lnSpc>
                <a:spcPct val="150000"/>
              </a:lnSpc>
              <a:tabLst>
                <a:tab pos="3408363" algn="l"/>
              </a:tabLst>
            </a:pPr>
            <a:r>
              <a:rPr lang="en-US" sz="1500" dirty="0"/>
              <a:t>Download the Arduino IDE from the </a:t>
            </a:r>
            <a:r>
              <a:rPr lang="en-US" sz="1500" dirty="0">
                <a:hlinkClick r:id="rId2"/>
              </a:rPr>
              <a:t>website</a:t>
            </a:r>
            <a:r>
              <a:rPr lang="en-US" sz="1500" dirty="0"/>
              <a:t>.</a:t>
            </a:r>
          </a:p>
          <a:p>
            <a:pPr>
              <a:lnSpc>
                <a:spcPct val="150000"/>
              </a:lnSpc>
              <a:tabLst>
                <a:tab pos="3408363" algn="l"/>
              </a:tabLst>
            </a:pPr>
            <a:r>
              <a:rPr lang="en-US" sz="1500" dirty="0"/>
              <a:t>Install the Arduino IDE application into a folder on the desktop (Windows), or home folder (Ubuntu).</a:t>
            </a:r>
          </a:p>
          <a:p>
            <a:pPr>
              <a:lnSpc>
                <a:spcPct val="150000"/>
              </a:lnSpc>
              <a:tabLst>
                <a:tab pos="3408363" algn="l"/>
              </a:tabLst>
            </a:pPr>
            <a:r>
              <a:rPr lang="en-US" sz="1500" dirty="0"/>
              <a:t>Follow the installation instructions for Windows and Linux </a:t>
            </a:r>
            <a:r>
              <a:rPr lang="en-US" sz="1500" dirty="0">
                <a:hlinkClick r:id="rId3"/>
              </a:rPr>
              <a:t>here</a:t>
            </a:r>
            <a:r>
              <a:rPr lang="en-US" sz="1500" dirty="0"/>
              <a:t>.</a:t>
            </a:r>
          </a:p>
          <a:p>
            <a:pPr>
              <a:lnSpc>
                <a:spcPct val="150000"/>
              </a:lnSpc>
              <a:tabLst>
                <a:tab pos="3408363" algn="l"/>
              </a:tabLst>
            </a:pPr>
            <a:r>
              <a:rPr lang="en-US" sz="1500" dirty="0"/>
              <a:t> Once installed, launch the application if you want to select your sketchbook location (File&gt;&gt;Preferences&gt;&gt;Sketchbook location).</a:t>
            </a:r>
          </a:p>
          <a:p>
            <a:pPr lvl="1">
              <a:lnSpc>
                <a:spcPct val="150000"/>
              </a:lnSpc>
              <a:tabLst>
                <a:tab pos="3408363" algn="l"/>
              </a:tabLst>
            </a:pPr>
            <a:r>
              <a:rPr lang="en-US" sz="1500" dirty="0"/>
              <a:t>Sketchbook is a standard place to store your programs, or sketches. </a:t>
            </a:r>
          </a:p>
          <a:p>
            <a:pPr>
              <a:lnSpc>
                <a:spcPct val="150000"/>
              </a:lnSpc>
              <a:tabLst>
                <a:tab pos="3408363" algn="l"/>
              </a:tabLst>
            </a:pPr>
            <a:r>
              <a:rPr lang="en-US" sz="1500" dirty="0"/>
              <a:t>Close the IDE when done.</a:t>
            </a:r>
          </a:p>
          <a:p>
            <a:pPr marL="0" indent="0">
              <a:lnSpc>
                <a:spcPct val="150000"/>
              </a:lnSpc>
              <a:buNone/>
              <a:tabLst>
                <a:tab pos="3408363" algn="l"/>
              </a:tabLst>
            </a:pPr>
            <a:r>
              <a:rPr lang="en-US" sz="1500" dirty="0"/>
              <a:t>Note: The Arduino IDE can be installed in the Virtual Machine, following the same steps.</a:t>
            </a:r>
          </a:p>
          <a:p>
            <a:pPr>
              <a:lnSpc>
                <a:spcPct val="150000"/>
              </a:lnSpc>
              <a:tabLst>
                <a:tab pos="3408363" algn="l"/>
              </a:tabLst>
            </a:pPr>
            <a:endParaRPr lang="en-GB" sz="1500" dirty="0"/>
          </a:p>
        </p:txBody>
      </p:sp>
      <p:pic>
        <p:nvPicPr>
          <p:cNvPr id="5" name="Content Placeholder 4">
            <a:extLst>
              <a:ext uri="{FF2B5EF4-FFF2-40B4-BE49-F238E27FC236}">
                <a16:creationId xmlns:a16="http://schemas.microsoft.com/office/drawing/2014/main" id="{74E83BA9-7828-7419-38A7-AACDDFCE9E75}"/>
              </a:ext>
            </a:extLst>
          </p:cNvPr>
          <p:cNvPicPr>
            <a:picLocks noGrp="1" noChangeAspect="1"/>
          </p:cNvPicPr>
          <p:nvPr>
            <p:ph sz="half" idx="2"/>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299787" y="1478611"/>
            <a:ext cx="5474296" cy="2150281"/>
          </a:xfrm>
          <a:prstGeom prst="rect">
            <a:avLst/>
          </a:prstGeom>
        </p:spPr>
      </p:pic>
      <p:sp>
        <p:nvSpPr>
          <p:cNvPr id="4" name="Title 3">
            <a:extLst>
              <a:ext uri="{FF2B5EF4-FFF2-40B4-BE49-F238E27FC236}">
                <a16:creationId xmlns:a16="http://schemas.microsoft.com/office/drawing/2014/main" id="{AF894B22-9DF3-75CA-EB7C-AEA1A224D125}"/>
              </a:ext>
            </a:extLst>
          </p:cNvPr>
          <p:cNvSpPr>
            <a:spLocks noGrp="1"/>
          </p:cNvSpPr>
          <p:nvPr>
            <p:ph type="title"/>
          </p:nvPr>
        </p:nvSpPr>
        <p:spPr/>
        <p:txBody>
          <a:bodyPr/>
          <a:lstStyle/>
          <a:p>
            <a:r>
              <a:rPr lang="en-GB" dirty="0"/>
              <a:t>Arduino IDE</a:t>
            </a:r>
          </a:p>
        </p:txBody>
      </p:sp>
      <p:pic>
        <p:nvPicPr>
          <p:cNvPr id="12" name="Picture 11">
            <a:extLst>
              <a:ext uri="{FF2B5EF4-FFF2-40B4-BE49-F238E27FC236}">
                <a16:creationId xmlns:a16="http://schemas.microsoft.com/office/drawing/2014/main" id="{271C8307-CF73-567E-7B53-AA6715B94B20}"/>
              </a:ext>
            </a:extLst>
          </p:cNvPr>
          <p:cNvPicPr>
            <a:picLocks noChangeAspect="1"/>
          </p:cNvPicPr>
          <p:nvPr/>
        </p:nvPicPr>
        <p:blipFill>
          <a:blip r:embed="rId5"/>
          <a:stretch>
            <a:fillRect/>
          </a:stretch>
        </p:blipFill>
        <p:spPr>
          <a:xfrm>
            <a:off x="6299787" y="3850082"/>
            <a:ext cx="5204386" cy="2887179"/>
          </a:xfrm>
          <a:prstGeom prst="rect">
            <a:avLst/>
          </a:prstGeom>
        </p:spPr>
      </p:pic>
    </p:spTree>
    <p:extLst>
      <p:ext uri="{BB962C8B-B14F-4D97-AF65-F5344CB8AC3E}">
        <p14:creationId xmlns:p14="http://schemas.microsoft.com/office/powerpoint/2010/main" val="1541578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6D66A4-DD60-8857-9140-A7C02E192632}"/>
              </a:ext>
            </a:extLst>
          </p:cNvPr>
          <p:cNvSpPr>
            <a:spLocks noGrp="1"/>
          </p:cNvSpPr>
          <p:nvPr>
            <p:ph sz="half" idx="1"/>
          </p:nvPr>
        </p:nvSpPr>
        <p:spPr/>
        <p:txBody>
          <a:bodyPr>
            <a:normAutofit fontScale="92500" lnSpcReduction="10000"/>
          </a:bodyPr>
          <a:lstStyle/>
          <a:p>
            <a:pPr marL="0" indent="0">
              <a:lnSpc>
                <a:spcPct val="150000"/>
              </a:lnSpc>
              <a:buNone/>
              <a:tabLst>
                <a:tab pos="3408363" algn="l"/>
              </a:tabLst>
            </a:pPr>
            <a:r>
              <a:rPr lang="en-US" sz="2200" dirty="0">
                <a:latin typeface="Nexa-Bold" panose="01000000000000000000" pitchFamily="2" charset="0"/>
              </a:rPr>
              <a:t>Arduino IDE – ESP32 and </a:t>
            </a:r>
            <a:r>
              <a:rPr lang="en-US" sz="2200" dirty="0" err="1">
                <a:latin typeface="Nexa-Bold" panose="01000000000000000000" pitchFamily="2" charset="0"/>
              </a:rPr>
              <a:t>Hackerboard</a:t>
            </a:r>
            <a:r>
              <a:rPr lang="en-US" sz="2200" dirty="0">
                <a:latin typeface="Nexa-Bold" panose="01000000000000000000" pitchFamily="2" charset="0"/>
              </a:rPr>
              <a:t> setup </a:t>
            </a:r>
          </a:p>
          <a:p>
            <a:pPr>
              <a:lnSpc>
                <a:spcPct val="150000"/>
              </a:lnSpc>
              <a:tabLst>
                <a:tab pos="3408363" algn="l"/>
              </a:tabLst>
            </a:pPr>
            <a:r>
              <a:rPr lang="en-US" sz="1500" dirty="0"/>
              <a:t>To install the ESP32 libraries follow the steps in any of the following links.</a:t>
            </a:r>
          </a:p>
          <a:p>
            <a:pPr lvl="1">
              <a:lnSpc>
                <a:spcPct val="150000"/>
              </a:lnSpc>
              <a:tabLst>
                <a:tab pos="3408363" algn="l"/>
              </a:tabLst>
            </a:pPr>
            <a:r>
              <a:rPr lang="en-US" sz="1500" dirty="0">
                <a:hlinkClick r:id="rId2"/>
              </a:rPr>
              <a:t>Simple tutorial</a:t>
            </a:r>
            <a:r>
              <a:rPr lang="en-US" sz="1500" dirty="0"/>
              <a:t> (not official)</a:t>
            </a:r>
          </a:p>
          <a:p>
            <a:pPr lvl="1">
              <a:lnSpc>
                <a:spcPct val="150000"/>
              </a:lnSpc>
              <a:tabLst>
                <a:tab pos="3408363" algn="l"/>
              </a:tabLst>
            </a:pPr>
            <a:r>
              <a:rPr lang="en-US" sz="1500" dirty="0">
                <a:hlinkClick r:id="rId3"/>
              </a:rPr>
              <a:t>Simple tutorial Arduino IDE 2.0 </a:t>
            </a:r>
            <a:r>
              <a:rPr lang="en-US" sz="1500" dirty="0"/>
              <a:t>(not official)</a:t>
            </a:r>
          </a:p>
          <a:p>
            <a:pPr lvl="1">
              <a:lnSpc>
                <a:spcPct val="150000"/>
              </a:lnSpc>
              <a:tabLst>
                <a:tab pos="3408363" algn="l"/>
              </a:tabLst>
            </a:pPr>
            <a:r>
              <a:rPr lang="en-US" sz="1500" dirty="0" err="1">
                <a:hlinkClick r:id="rId4"/>
              </a:rPr>
              <a:t>Espressif</a:t>
            </a:r>
            <a:r>
              <a:rPr lang="en-US" sz="1500" dirty="0">
                <a:hlinkClick r:id="rId4"/>
              </a:rPr>
              <a:t> Tutorial </a:t>
            </a:r>
            <a:r>
              <a:rPr lang="en-US" sz="1500" dirty="0"/>
              <a:t>(official)</a:t>
            </a:r>
          </a:p>
          <a:p>
            <a:pPr lvl="1">
              <a:lnSpc>
                <a:spcPct val="150000"/>
              </a:lnSpc>
              <a:tabLst>
                <a:tab pos="3408363" algn="l"/>
              </a:tabLst>
            </a:pPr>
            <a:r>
              <a:rPr lang="en-US" sz="1500" dirty="0">
                <a:hlinkClick r:id="rId5"/>
              </a:rPr>
              <a:t>Official </a:t>
            </a:r>
            <a:r>
              <a:rPr lang="en-US" sz="1500" dirty="0" err="1">
                <a:hlinkClick r:id="rId5"/>
              </a:rPr>
              <a:t>Github</a:t>
            </a:r>
            <a:endParaRPr lang="en-US" sz="1500" dirty="0"/>
          </a:p>
          <a:p>
            <a:pPr>
              <a:lnSpc>
                <a:spcPct val="150000"/>
              </a:lnSpc>
              <a:tabLst>
                <a:tab pos="3408363" algn="l"/>
              </a:tabLst>
            </a:pPr>
            <a:r>
              <a:rPr lang="en-US" sz="1500" dirty="0"/>
              <a:t>Connect the </a:t>
            </a:r>
            <a:r>
              <a:rPr lang="en-US" sz="1500" dirty="0" err="1"/>
              <a:t>Hackerboard</a:t>
            </a:r>
            <a:r>
              <a:rPr lang="en-US" sz="1500" dirty="0"/>
              <a:t>/ESP32 to the computer.</a:t>
            </a:r>
          </a:p>
          <a:p>
            <a:pPr>
              <a:lnSpc>
                <a:spcPct val="150000"/>
              </a:lnSpc>
              <a:tabLst>
                <a:tab pos="3408363" algn="l"/>
              </a:tabLst>
            </a:pPr>
            <a:r>
              <a:rPr lang="en-US" sz="1500" dirty="0"/>
              <a:t>Test the installation using the example (at the end) </a:t>
            </a:r>
            <a:r>
              <a:rPr lang="en-US" sz="1500" dirty="0">
                <a:hlinkClick r:id="rId2"/>
              </a:rPr>
              <a:t>here</a:t>
            </a:r>
            <a:r>
              <a:rPr lang="en-US" sz="1500" dirty="0"/>
              <a:t> or </a:t>
            </a:r>
            <a:r>
              <a:rPr lang="en-US" sz="1500" dirty="0">
                <a:hlinkClick r:id="rId3"/>
              </a:rPr>
              <a:t>here</a:t>
            </a:r>
            <a:r>
              <a:rPr lang="en-US" sz="1500" dirty="0"/>
              <a:t>.</a:t>
            </a:r>
          </a:p>
          <a:p>
            <a:pPr>
              <a:lnSpc>
                <a:spcPct val="150000"/>
              </a:lnSpc>
              <a:tabLst>
                <a:tab pos="3408363" algn="l"/>
              </a:tabLst>
            </a:pPr>
            <a:endParaRPr lang="en-GB" sz="1800" dirty="0"/>
          </a:p>
        </p:txBody>
      </p:sp>
      <p:pic>
        <p:nvPicPr>
          <p:cNvPr id="5" name="Content Placeholder 4">
            <a:extLst>
              <a:ext uri="{FF2B5EF4-FFF2-40B4-BE49-F238E27FC236}">
                <a16:creationId xmlns:a16="http://schemas.microsoft.com/office/drawing/2014/main" id="{7023EA3F-7E02-ED48-F4A7-34B27E20FCD7}"/>
              </a:ext>
            </a:extLst>
          </p:cNvPr>
          <p:cNvPicPr>
            <a:picLocks noGrp="1" noChangeAspect="1"/>
          </p:cNvPicPr>
          <p:nvPr>
            <p:ph sz="half" idx="2"/>
          </p:nvPr>
        </p:nvPicPr>
        <p:blipFill>
          <a:blip r:embed="rId6"/>
          <a:stretch>
            <a:fillRect/>
          </a:stretch>
        </p:blipFill>
        <p:spPr>
          <a:xfrm>
            <a:off x="6558704" y="1825625"/>
            <a:ext cx="4408592" cy="4351338"/>
          </a:xfrm>
          <a:prstGeom prst="rect">
            <a:avLst/>
          </a:prstGeom>
        </p:spPr>
      </p:pic>
      <p:sp>
        <p:nvSpPr>
          <p:cNvPr id="4" name="Title 3">
            <a:extLst>
              <a:ext uri="{FF2B5EF4-FFF2-40B4-BE49-F238E27FC236}">
                <a16:creationId xmlns:a16="http://schemas.microsoft.com/office/drawing/2014/main" id="{86545CC3-27EB-6CB6-BE3E-3FFF42356C4A}"/>
              </a:ext>
            </a:extLst>
          </p:cNvPr>
          <p:cNvSpPr>
            <a:spLocks noGrp="1"/>
          </p:cNvSpPr>
          <p:nvPr>
            <p:ph type="title"/>
          </p:nvPr>
        </p:nvSpPr>
        <p:spPr/>
        <p:txBody>
          <a:bodyPr/>
          <a:lstStyle/>
          <a:p>
            <a:r>
              <a:rPr lang="en-GB" dirty="0"/>
              <a:t>Arduino IDE-ESP32 Setup</a:t>
            </a:r>
          </a:p>
        </p:txBody>
      </p:sp>
    </p:spTree>
    <p:extLst>
      <p:ext uri="{BB962C8B-B14F-4D97-AF65-F5344CB8AC3E}">
        <p14:creationId xmlns:p14="http://schemas.microsoft.com/office/powerpoint/2010/main" val="711409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402BDC-6C38-A33C-5773-2044331D71C0}"/>
              </a:ext>
            </a:extLst>
          </p:cNvPr>
          <p:cNvSpPr>
            <a:spLocks noGrp="1"/>
          </p:cNvSpPr>
          <p:nvPr>
            <p:ph sz="half" idx="1"/>
          </p:nvPr>
        </p:nvSpPr>
        <p:spPr>
          <a:xfrm>
            <a:off x="96552" y="1825624"/>
            <a:ext cx="6673416" cy="5032375"/>
          </a:xfrm>
        </p:spPr>
        <p:txBody>
          <a:bodyPr>
            <a:normAutofit fontScale="92500"/>
          </a:bodyPr>
          <a:lstStyle/>
          <a:p>
            <a:pPr>
              <a:lnSpc>
                <a:spcPct val="110000"/>
              </a:lnSpc>
            </a:pPr>
            <a:r>
              <a:rPr lang="en-US" sz="1400" dirty="0"/>
              <a:t>To setup the Arduino IDE follow the steps </a:t>
            </a:r>
            <a:r>
              <a:rPr lang="en-US" sz="1400" dirty="0">
                <a:hlinkClick r:id="rId2"/>
              </a:rPr>
              <a:t>here</a:t>
            </a:r>
            <a:r>
              <a:rPr lang="en-US" sz="1400" dirty="0"/>
              <a:t>. In the section Installing the software. This setup is for ubuntu systems only or VM.</a:t>
            </a:r>
          </a:p>
          <a:p>
            <a:pPr>
              <a:lnSpc>
                <a:spcPct val="110000"/>
              </a:lnSpc>
            </a:pPr>
            <a:endParaRPr lang="en-GB" sz="1400" dirty="0"/>
          </a:p>
          <a:p>
            <a:pPr>
              <a:lnSpc>
                <a:spcPct val="110000"/>
              </a:lnSpc>
            </a:pPr>
            <a:endParaRPr lang="en-GB" sz="1400" dirty="0"/>
          </a:p>
          <a:p>
            <a:pPr>
              <a:lnSpc>
                <a:spcPct val="110000"/>
              </a:lnSpc>
            </a:pPr>
            <a:r>
              <a:rPr lang="en-GB" sz="1400" dirty="0"/>
              <a:t>Where </a:t>
            </a:r>
            <a:r>
              <a:rPr kumimoji="0" lang="en-US" altLang="en-US" sz="1400" b="0" i="0" u="none" strike="noStrike" cap="none" normalizeH="0" baseline="0" dirty="0">
                <a:ln>
                  <a:noFill/>
                </a:ln>
                <a:solidFill>
                  <a:srgbClr val="333333"/>
                </a:solidFill>
                <a:effectLst/>
                <a:latin typeface="courier"/>
              </a:rPr>
              <a:t>ROS_DISTRO </a:t>
            </a:r>
            <a:r>
              <a:rPr lang="en-US" altLang="en-US" sz="1400" dirty="0"/>
              <a:t>can be obtained running the following command on the terminal.</a:t>
            </a:r>
          </a:p>
          <a:p>
            <a:pPr>
              <a:lnSpc>
                <a:spcPct val="110000"/>
              </a:lnSpc>
            </a:pPr>
            <a:endParaRPr lang="en-US" altLang="en-US" sz="1400" dirty="0"/>
          </a:p>
          <a:p>
            <a:pPr>
              <a:lnSpc>
                <a:spcPct val="110000"/>
              </a:lnSpc>
            </a:pPr>
            <a:r>
              <a:rPr lang="en-GB" sz="1400" dirty="0"/>
              <a:t>Go to the sketchbook folder (previous slide) and right click to open in terminal.</a:t>
            </a:r>
          </a:p>
          <a:p>
            <a:pPr>
              <a:lnSpc>
                <a:spcPct val="110000"/>
              </a:lnSpc>
            </a:pPr>
            <a:endParaRPr lang="en-GB" sz="1400" dirty="0"/>
          </a:p>
          <a:p>
            <a:pPr>
              <a:lnSpc>
                <a:spcPct val="110000"/>
              </a:lnSpc>
            </a:pPr>
            <a:endParaRPr lang="en-GB" sz="1400" dirty="0"/>
          </a:p>
          <a:p>
            <a:pPr>
              <a:lnSpc>
                <a:spcPct val="110000"/>
              </a:lnSpc>
            </a:pPr>
            <a:r>
              <a:rPr lang="en-US" sz="1400" dirty="0"/>
              <a:t>If you are building Arduino on Windows, copy the </a:t>
            </a:r>
            <a:r>
              <a:rPr lang="en-US" sz="1400" dirty="0" err="1"/>
              <a:t>ros_lib</a:t>
            </a:r>
            <a:r>
              <a:rPr lang="en-US" sz="1400" dirty="0"/>
              <a:t> directory from Linux to the Windows </a:t>
            </a:r>
            <a:r>
              <a:rPr lang="en-US" sz="1400" dirty="0" err="1"/>
              <a:t>sytem's</a:t>
            </a:r>
            <a:r>
              <a:rPr lang="en-US" sz="1400" dirty="0"/>
              <a:t> sketchbook/libraries folder (typically found in My Documents).</a:t>
            </a:r>
          </a:p>
          <a:p>
            <a:pPr marL="0" indent="0">
              <a:lnSpc>
                <a:spcPct val="110000"/>
              </a:lnSpc>
              <a:buNone/>
            </a:pPr>
            <a:r>
              <a:rPr lang="en-US" sz="1400" dirty="0"/>
              <a:t>*Note: Currently you can install the Arduino </a:t>
            </a:r>
            <a:r>
              <a:rPr lang="en-US" sz="1400" dirty="0" err="1"/>
              <a:t>libaries</a:t>
            </a:r>
            <a:r>
              <a:rPr lang="en-US" sz="1400" dirty="0"/>
              <a:t> directly in the Arduino IDE. Just open the Library Manager from the IDE menu in Sketch -&gt; Include Library -&gt; Manage Library. Then search for "</a:t>
            </a:r>
            <a:r>
              <a:rPr lang="en-US" sz="1400" dirty="0" err="1"/>
              <a:t>rosserial</a:t>
            </a:r>
            <a:r>
              <a:rPr lang="en-US" sz="1400" dirty="0"/>
              <a:t>". This is useful if you need to work on an Arduino sketch but don't want to setup a full ROS workstation.</a:t>
            </a:r>
          </a:p>
          <a:p>
            <a:endParaRPr lang="en-GB" sz="1400" dirty="0"/>
          </a:p>
        </p:txBody>
      </p:sp>
      <p:pic>
        <p:nvPicPr>
          <p:cNvPr id="9" name="Content Placeholder 8">
            <a:extLst>
              <a:ext uri="{FF2B5EF4-FFF2-40B4-BE49-F238E27FC236}">
                <a16:creationId xmlns:a16="http://schemas.microsoft.com/office/drawing/2014/main" id="{CF2F71F4-768D-40B8-D695-C8F471B9CB77}"/>
              </a:ext>
            </a:extLst>
          </p:cNvPr>
          <p:cNvPicPr>
            <a:picLocks noGrp="1" noChangeAspect="1"/>
          </p:cNvPicPr>
          <p:nvPr>
            <p:ph sz="half" idx="2"/>
          </p:nvPr>
        </p:nvPicPr>
        <p:blipFill>
          <a:blip r:embed="rId3"/>
          <a:stretch>
            <a:fillRect/>
          </a:stretch>
        </p:blipFill>
        <p:spPr>
          <a:xfrm>
            <a:off x="6967330" y="2409468"/>
            <a:ext cx="5181600" cy="2869902"/>
          </a:xfrm>
          <a:prstGeom prst="rect">
            <a:avLst/>
          </a:prstGeom>
        </p:spPr>
      </p:pic>
      <p:sp>
        <p:nvSpPr>
          <p:cNvPr id="4" name="Title 3">
            <a:extLst>
              <a:ext uri="{FF2B5EF4-FFF2-40B4-BE49-F238E27FC236}">
                <a16:creationId xmlns:a16="http://schemas.microsoft.com/office/drawing/2014/main" id="{52391734-66F7-3E2F-536C-80219DA78E0A}"/>
              </a:ext>
            </a:extLst>
          </p:cNvPr>
          <p:cNvSpPr>
            <a:spLocks noGrp="1"/>
          </p:cNvSpPr>
          <p:nvPr>
            <p:ph type="title"/>
          </p:nvPr>
        </p:nvSpPr>
        <p:spPr/>
        <p:txBody>
          <a:bodyPr/>
          <a:lstStyle/>
          <a:p>
            <a:r>
              <a:rPr lang="en-US" dirty="0"/>
              <a:t>Install the ROS Libraries for Arduino (If needed)</a:t>
            </a:r>
            <a:endParaRPr lang="en-GB" dirty="0"/>
          </a:p>
        </p:txBody>
      </p:sp>
      <p:sp>
        <p:nvSpPr>
          <p:cNvPr id="5" name="Rectangle 1">
            <a:extLst>
              <a:ext uri="{FF2B5EF4-FFF2-40B4-BE49-F238E27FC236}">
                <a16:creationId xmlns:a16="http://schemas.microsoft.com/office/drawing/2014/main" id="{8F43422F-712B-6A5E-1C06-893BB17597BB}"/>
              </a:ext>
            </a:extLst>
          </p:cNvPr>
          <p:cNvSpPr>
            <a:spLocks noChangeArrowheads="1"/>
          </p:cNvSpPr>
          <p:nvPr/>
        </p:nvSpPr>
        <p:spPr bwMode="auto">
          <a:xfrm>
            <a:off x="1363080" y="2588813"/>
            <a:ext cx="3860031" cy="315459"/>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err="1">
                <a:ln>
                  <a:noFill/>
                </a:ln>
                <a:solidFill>
                  <a:srgbClr val="333333"/>
                </a:solidFill>
                <a:effectLst/>
                <a:latin typeface="courier"/>
              </a:rPr>
              <a:t>sudo</a:t>
            </a:r>
            <a:r>
              <a:rPr kumimoji="0" lang="en-US" altLang="en-US" sz="900" b="0" i="0" u="none" strike="noStrike" cap="none" normalizeH="0" baseline="0" dirty="0">
                <a:ln>
                  <a:noFill/>
                </a:ln>
                <a:solidFill>
                  <a:srgbClr val="333333"/>
                </a:solidFill>
                <a:effectLst/>
                <a:latin typeface="courier"/>
              </a:rPr>
              <a:t> apt-get install </a:t>
            </a:r>
            <a:r>
              <a:rPr kumimoji="0" lang="en-US" altLang="en-US" sz="900" b="0" i="0" u="none" strike="noStrike" cap="none" normalizeH="0" baseline="0" dirty="0" err="1">
                <a:ln>
                  <a:noFill/>
                </a:ln>
                <a:solidFill>
                  <a:srgbClr val="333333"/>
                </a:solidFill>
                <a:effectLst/>
                <a:latin typeface="courier"/>
              </a:rPr>
              <a:t>ros</a:t>
            </a:r>
            <a:r>
              <a:rPr kumimoji="0" lang="en-US" altLang="en-US" sz="900" b="0" i="0" u="none" strike="noStrike" cap="none" normalizeH="0" baseline="0" dirty="0">
                <a:ln>
                  <a:noFill/>
                </a:ln>
                <a:solidFill>
                  <a:srgbClr val="333333"/>
                </a:solidFill>
                <a:effectLst/>
                <a:latin typeface="courier"/>
              </a:rPr>
              <a:t>-${ROS_DISTRO}-</a:t>
            </a:r>
            <a:r>
              <a:rPr kumimoji="0" lang="en-US" altLang="en-US" sz="900" b="0" i="0" u="none" strike="noStrike" cap="none" normalizeH="0" baseline="0" dirty="0" err="1">
                <a:ln>
                  <a:noFill/>
                </a:ln>
                <a:solidFill>
                  <a:srgbClr val="333333"/>
                </a:solidFill>
                <a:effectLst/>
                <a:latin typeface="courier"/>
              </a:rPr>
              <a:t>rosserial</a:t>
            </a:r>
            <a:r>
              <a:rPr kumimoji="0" lang="en-US" altLang="en-US" sz="900" b="0" i="0" u="none" strike="noStrike" cap="none" normalizeH="0" baseline="0" dirty="0">
                <a:ln>
                  <a:noFill/>
                </a:ln>
                <a:solidFill>
                  <a:srgbClr val="333333"/>
                </a:solidFill>
                <a:effectLst/>
                <a:latin typeface="courier"/>
              </a:rPr>
              <a:t>-Arduino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courier"/>
              </a:rPr>
              <a:t> </a:t>
            </a:r>
            <a:r>
              <a:rPr kumimoji="0" lang="en-US" altLang="en-US" sz="900" b="0" i="0" u="none" strike="noStrike" cap="none" normalizeH="0" baseline="0" dirty="0" err="1">
                <a:ln>
                  <a:noFill/>
                </a:ln>
                <a:solidFill>
                  <a:srgbClr val="333333"/>
                </a:solidFill>
                <a:effectLst/>
                <a:latin typeface="courier"/>
              </a:rPr>
              <a:t>sudo</a:t>
            </a:r>
            <a:r>
              <a:rPr kumimoji="0" lang="en-US" altLang="en-US" sz="900" b="0" i="0" u="none" strike="noStrike" cap="none" normalizeH="0" baseline="0" dirty="0">
                <a:ln>
                  <a:noFill/>
                </a:ln>
                <a:solidFill>
                  <a:srgbClr val="333333"/>
                </a:solidFill>
                <a:effectLst/>
                <a:latin typeface="courier"/>
              </a:rPr>
              <a:t> apt-get install </a:t>
            </a:r>
            <a:r>
              <a:rPr kumimoji="0" lang="en-US" altLang="en-US" sz="900" b="0" i="0" u="none" strike="noStrike" cap="none" normalizeH="0" baseline="0" dirty="0" err="1">
                <a:ln>
                  <a:noFill/>
                </a:ln>
                <a:solidFill>
                  <a:srgbClr val="333333"/>
                </a:solidFill>
                <a:effectLst/>
                <a:latin typeface="courier"/>
              </a:rPr>
              <a:t>ros</a:t>
            </a:r>
            <a:r>
              <a:rPr kumimoji="0" lang="en-US" altLang="en-US" sz="900" b="0" i="0" u="none" strike="noStrike" cap="none" normalizeH="0" baseline="0" dirty="0">
                <a:ln>
                  <a:noFill/>
                </a:ln>
                <a:solidFill>
                  <a:srgbClr val="333333"/>
                </a:solidFill>
                <a:effectLst/>
                <a:latin typeface="courier"/>
              </a:rPr>
              <a:t>-${ROS_DISTRO}-</a:t>
            </a:r>
            <a:r>
              <a:rPr kumimoji="0" lang="en-US" altLang="en-US" sz="900" b="0" i="0" u="none" strike="noStrike" cap="none" normalizeH="0" baseline="0" dirty="0" err="1">
                <a:ln>
                  <a:noFill/>
                </a:ln>
                <a:solidFill>
                  <a:srgbClr val="333333"/>
                </a:solidFill>
                <a:effectLst/>
                <a:latin typeface="courier"/>
              </a:rPr>
              <a:t>rosserial</a:t>
            </a:r>
            <a:r>
              <a:rPr kumimoji="0" lang="en-US" altLang="en-US" sz="5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2201790C-091F-5872-FB21-40DA0626DF96}"/>
              </a:ext>
            </a:extLst>
          </p:cNvPr>
          <p:cNvSpPr>
            <a:spLocks noChangeArrowheads="1"/>
          </p:cNvSpPr>
          <p:nvPr/>
        </p:nvSpPr>
        <p:spPr bwMode="auto">
          <a:xfrm>
            <a:off x="1195464" y="4380628"/>
            <a:ext cx="4093029" cy="453958"/>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courier"/>
              </a:rPr>
              <a:t>cd &lt;sketchbook&gt;/libraries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courier"/>
              </a:rPr>
              <a:t>rm -rf </a:t>
            </a:r>
            <a:r>
              <a:rPr kumimoji="0" lang="en-US" altLang="en-US" sz="900" b="0" i="0" u="none" strike="noStrike" cap="none" normalizeH="0" baseline="0" dirty="0" err="1">
                <a:ln>
                  <a:noFill/>
                </a:ln>
                <a:solidFill>
                  <a:srgbClr val="333333"/>
                </a:solidFill>
                <a:effectLst/>
                <a:latin typeface="courier"/>
              </a:rPr>
              <a:t>ros_lib</a:t>
            </a:r>
            <a:endParaRPr kumimoji="0" lang="en-US" altLang="en-US" sz="900" b="0" i="0" u="none" strike="noStrike" cap="none" normalizeH="0" baseline="0" dirty="0">
              <a:ln>
                <a:noFill/>
              </a:ln>
              <a:solidFill>
                <a:srgbClr val="333333"/>
              </a:solidFill>
              <a:effectLst/>
              <a:latin typeface="couri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err="1">
                <a:ln>
                  <a:noFill/>
                </a:ln>
                <a:solidFill>
                  <a:srgbClr val="333333"/>
                </a:solidFill>
                <a:effectLst/>
                <a:latin typeface="courier"/>
              </a:rPr>
              <a:t>rosrun</a:t>
            </a:r>
            <a:r>
              <a:rPr kumimoji="0" lang="en-US" altLang="en-US" sz="900" b="0" i="0" u="none" strike="noStrike" cap="none" normalizeH="0" baseline="0" dirty="0">
                <a:ln>
                  <a:noFill/>
                </a:ln>
                <a:solidFill>
                  <a:srgbClr val="333333"/>
                </a:solidFill>
                <a:effectLst/>
                <a:latin typeface="courier"/>
              </a:rPr>
              <a:t> </a:t>
            </a:r>
            <a:r>
              <a:rPr kumimoji="0" lang="en-US" altLang="en-US" sz="900" b="0" i="0" u="none" strike="noStrike" cap="none" normalizeH="0" baseline="0" dirty="0" err="1">
                <a:ln>
                  <a:noFill/>
                </a:ln>
                <a:solidFill>
                  <a:srgbClr val="333333"/>
                </a:solidFill>
                <a:effectLst/>
                <a:latin typeface="courier"/>
              </a:rPr>
              <a:t>rosserial_arduino</a:t>
            </a:r>
            <a:r>
              <a:rPr kumimoji="0" lang="en-US" altLang="en-US" sz="900" b="0" i="0" u="none" strike="noStrike" cap="none" normalizeH="0" baseline="0" dirty="0">
                <a:ln>
                  <a:noFill/>
                </a:ln>
                <a:solidFill>
                  <a:srgbClr val="333333"/>
                </a:solidFill>
                <a:effectLst/>
                <a:latin typeface="courier"/>
              </a:rPr>
              <a:t> make_libraries.py .</a:t>
            </a:r>
            <a:r>
              <a:rPr kumimoji="0" lang="en-US" altLang="en-US" sz="5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5BE2C731-7AED-C2BF-0D42-6B595265A1D8}"/>
              </a:ext>
            </a:extLst>
          </p:cNvPr>
          <p:cNvSpPr>
            <a:spLocks noChangeArrowheads="1"/>
          </p:cNvSpPr>
          <p:nvPr/>
        </p:nvSpPr>
        <p:spPr bwMode="auto">
          <a:xfrm>
            <a:off x="1195465" y="3667460"/>
            <a:ext cx="4093029" cy="176959"/>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80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err="1">
                <a:ln>
                  <a:noFill/>
                </a:ln>
                <a:solidFill>
                  <a:srgbClr val="333333"/>
                </a:solidFill>
                <a:effectLst/>
                <a:latin typeface="courier"/>
              </a:rPr>
              <a:t>rosversion</a:t>
            </a:r>
            <a:r>
              <a:rPr kumimoji="0" lang="en-US" altLang="en-US" sz="900" b="0" i="0" u="none" strike="noStrike" cap="none" normalizeH="0" baseline="0" dirty="0">
                <a:ln>
                  <a:noFill/>
                </a:ln>
                <a:solidFill>
                  <a:srgbClr val="333333"/>
                </a:solidFill>
                <a:effectLst/>
                <a:latin typeface="courier"/>
              </a:rPr>
              <a:t> -d </a:t>
            </a:r>
          </a:p>
        </p:txBody>
      </p:sp>
    </p:spTree>
    <p:extLst>
      <p:ext uri="{BB962C8B-B14F-4D97-AF65-F5344CB8AC3E}">
        <p14:creationId xmlns:p14="http://schemas.microsoft.com/office/powerpoint/2010/main" val="1484907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9A1A68-6EE9-8F15-67E9-A4D0DABC5707}"/>
              </a:ext>
            </a:extLst>
          </p:cNvPr>
          <p:cNvSpPr>
            <a:spLocks noGrp="1"/>
          </p:cNvSpPr>
          <p:nvPr>
            <p:ph sz="half" idx="1"/>
          </p:nvPr>
        </p:nvSpPr>
        <p:spPr/>
        <p:txBody>
          <a:bodyPr>
            <a:normAutofit fontScale="92500" lnSpcReduction="10000"/>
          </a:bodyPr>
          <a:lstStyle/>
          <a:p>
            <a:pPr>
              <a:lnSpc>
                <a:spcPct val="150000"/>
              </a:lnSpc>
            </a:pPr>
            <a:r>
              <a:rPr lang="en-GB" sz="1600" dirty="0"/>
              <a:t>To use Arduino or the ESP32 in Ubuntu, the user must give permissions to the system for accessing ports.</a:t>
            </a:r>
          </a:p>
          <a:p>
            <a:pPr>
              <a:lnSpc>
                <a:spcPct val="150000"/>
              </a:lnSpc>
            </a:pPr>
            <a:r>
              <a:rPr lang="en-GB" sz="1600" dirty="0"/>
              <a:t>Make sure the port permissions are granted for the user. </a:t>
            </a:r>
          </a:p>
          <a:p>
            <a:pPr lvl="1">
              <a:lnSpc>
                <a:spcPct val="150000"/>
              </a:lnSpc>
            </a:pPr>
            <a:r>
              <a:rPr lang="en-US" sz="1600" dirty="0"/>
              <a:t>In a new terminal type </a:t>
            </a:r>
            <a:r>
              <a:rPr lang="en-US" sz="1400" dirty="0">
                <a:highlight>
                  <a:srgbClr val="C0C0C0"/>
                </a:highlight>
                <a:latin typeface="Consolas" panose="020B0609020204030204" pitchFamily="49" charset="0"/>
              </a:rPr>
              <a:t>cd ~/dev</a:t>
            </a:r>
            <a:r>
              <a:rPr lang="en-US" sz="1400" dirty="0">
                <a:latin typeface="Consolas" panose="020B0609020204030204" pitchFamily="49" charset="0"/>
              </a:rPr>
              <a:t> </a:t>
            </a:r>
            <a:r>
              <a:rPr lang="en-US" sz="1600" dirty="0"/>
              <a:t>to </a:t>
            </a:r>
            <a:r>
              <a:rPr lang="en-GB" sz="1600" dirty="0"/>
              <a:t>visualise</a:t>
            </a:r>
            <a:r>
              <a:rPr lang="en-US" sz="1600" dirty="0"/>
              <a:t> the port designated by Ubuntu to the MCU. This port are usually called </a:t>
            </a:r>
            <a:r>
              <a:rPr lang="en-US" sz="1400" dirty="0">
                <a:highlight>
                  <a:srgbClr val="C0C0C0"/>
                </a:highlight>
                <a:latin typeface="Consolas" panose="020B0609020204030204" pitchFamily="49" charset="0"/>
              </a:rPr>
              <a:t>/ttyACM0</a:t>
            </a:r>
            <a:r>
              <a:rPr lang="en-US" sz="1400" dirty="0">
                <a:latin typeface="Consolas" panose="020B0609020204030204" pitchFamily="49" charset="0"/>
              </a:rPr>
              <a:t> </a:t>
            </a:r>
            <a:r>
              <a:rPr lang="en-US" sz="1600" dirty="0"/>
              <a:t>or</a:t>
            </a:r>
            <a:r>
              <a:rPr lang="en-US" sz="1400" dirty="0">
                <a:latin typeface="Consolas" panose="020B0609020204030204" pitchFamily="49" charset="0"/>
              </a:rPr>
              <a:t> </a:t>
            </a:r>
            <a:r>
              <a:rPr lang="en-US" sz="1400" dirty="0">
                <a:highlight>
                  <a:srgbClr val="C0C0C0"/>
                </a:highlight>
                <a:latin typeface="Consolas" panose="020B0609020204030204" pitchFamily="49" charset="0"/>
              </a:rPr>
              <a:t>/ttyUSB0</a:t>
            </a:r>
            <a:r>
              <a:rPr lang="en-US" sz="1400" dirty="0">
                <a:latin typeface="Consolas" panose="020B0609020204030204" pitchFamily="49" charset="0"/>
              </a:rPr>
              <a:t>.</a:t>
            </a:r>
          </a:p>
          <a:p>
            <a:pPr lvl="1">
              <a:lnSpc>
                <a:spcPct val="150000"/>
              </a:lnSpc>
            </a:pPr>
            <a:r>
              <a:rPr lang="en-US" sz="1600" dirty="0"/>
              <a:t>Having obtained the name of the port type the correspondent command to enable the permissions (replace the asterisk with the port number).</a:t>
            </a:r>
          </a:p>
          <a:p>
            <a:pPr>
              <a:lnSpc>
                <a:spcPct val="150000"/>
              </a:lnSpc>
            </a:pPr>
            <a:endParaRPr lang="en-GB" sz="1600" dirty="0"/>
          </a:p>
          <a:p>
            <a:pPr>
              <a:lnSpc>
                <a:spcPct val="150000"/>
              </a:lnSpc>
            </a:pPr>
            <a:endParaRPr lang="en-GB" sz="1600" dirty="0"/>
          </a:p>
        </p:txBody>
      </p:sp>
      <p:sp>
        <p:nvSpPr>
          <p:cNvPr id="3" name="Content Placeholder 2">
            <a:extLst>
              <a:ext uri="{FF2B5EF4-FFF2-40B4-BE49-F238E27FC236}">
                <a16:creationId xmlns:a16="http://schemas.microsoft.com/office/drawing/2014/main" id="{D32A7625-1735-2FB6-EF0C-E2B6FF4955B2}"/>
              </a:ext>
            </a:extLst>
          </p:cNvPr>
          <p:cNvSpPr>
            <a:spLocks noGrp="1"/>
          </p:cNvSpPr>
          <p:nvPr>
            <p:ph sz="half" idx="2"/>
          </p:nvPr>
        </p:nvSpPr>
        <p:spPr/>
        <p:txBody>
          <a:bodyPr/>
          <a:lstStyle/>
          <a:p>
            <a:pPr marL="0" indent="0">
              <a:lnSpc>
                <a:spcPct val="150000"/>
              </a:lnSpc>
              <a:buNone/>
            </a:pPr>
            <a:endParaRPr lang="en-GB" sz="1500" dirty="0"/>
          </a:p>
          <a:p>
            <a:pPr>
              <a:lnSpc>
                <a:spcPct val="150000"/>
              </a:lnSpc>
            </a:pPr>
            <a:endParaRPr lang="en-GB" sz="1500" dirty="0"/>
          </a:p>
          <a:p>
            <a:pPr>
              <a:lnSpc>
                <a:spcPct val="150000"/>
              </a:lnSpc>
            </a:pPr>
            <a:r>
              <a:rPr lang="en-GB" sz="1500" dirty="0"/>
              <a:t>To make the change permanently, follow the steps </a:t>
            </a:r>
            <a:r>
              <a:rPr lang="en-GB" sz="1500" dirty="0">
                <a:hlinkClick r:id="rId2"/>
              </a:rPr>
              <a:t>here</a:t>
            </a:r>
            <a:r>
              <a:rPr lang="en-GB" sz="1500" dirty="0"/>
              <a:t>.</a:t>
            </a:r>
          </a:p>
          <a:p>
            <a:pPr>
              <a:lnSpc>
                <a:spcPct val="150000"/>
              </a:lnSpc>
            </a:pPr>
            <a:endParaRPr lang="en-GB" sz="1500" dirty="0"/>
          </a:p>
        </p:txBody>
      </p:sp>
      <p:sp>
        <p:nvSpPr>
          <p:cNvPr id="4" name="Title 3">
            <a:extLst>
              <a:ext uri="{FF2B5EF4-FFF2-40B4-BE49-F238E27FC236}">
                <a16:creationId xmlns:a16="http://schemas.microsoft.com/office/drawing/2014/main" id="{D736D4D5-B637-2524-DBB4-BA4F0B7F9B60}"/>
              </a:ext>
            </a:extLst>
          </p:cNvPr>
          <p:cNvSpPr>
            <a:spLocks noGrp="1"/>
          </p:cNvSpPr>
          <p:nvPr>
            <p:ph type="title"/>
          </p:nvPr>
        </p:nvSpPr>
        <p:spPr/>
        <p:txBody>
          <a:bodyPr/>
          <a:lstStyle/>
          <a:p>
            <a:r>
              <a:rPr lang="en-GB" dirty="0"/>
              <a:t>Port Permissions (Ubuntu)</a:t>
            </a:r>
          </a:p>
        </p:txBody>
      </p:sp>
      <p:sp>
        <p:nvSpPr>
          <p:cNvPr id="5" name="Rectangle 3">
            <a:extLst>
              <a:ext uri="{FF2B5EF4-FFF2-40B4-BE49-F238E27FC236}">
                <a16:creationId xmlns:a16="http://schemas.microsoft.com/office/drawing/2014/main" id="{BCD9849B-A4C7-BEDF-3E35-820BFA5E3C47}"/>
              </a:ext>
            </a:extLst>
          </p:cNvPr>
          <p:cNvSpPr>
            <a:spLocks noChangeArrowheads="1"/>
          </p:cNvSpPr>
          <p:nvPr/>
        </p:nvSpPr>
        <p:spPr bwMode="auto">
          <a:xfrm>
            <a:off x="6239256" y="1927824"/>
            <a:ext cx="5114544" cy="494987"/>
          </a:xfrm>
          <a:prstGeom prst="rect">
            <a:avLst/>
          </a:prstGeom>
          <a:solidFill>
            <a:srgbClr val="F3F5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265113" lvl="1" indent="-265113">
              <a:buNone/>
            </a:pPr>
            <a:r>
              <a:rPr lang="fr-FR"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sudo</a:t>
            </a: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chmod</a:t>
            </a:r>
            <a:r>
              <a:rPr lang="en-US" sz="1400" dirty="0">
                <a:solidFill>
                  <a:srgbClr val="808080"/>
                </a:solidFill>
                <a:latin typeface="Consolas" panose="020B0609020204030204" pitchFamily="49" charset="0"/>
              </a:rPr>
              <a:t> 666 /dev/</a:t>
            </a:r>
            <a:r>
              <a:rPr lang="en-US" sz="1400" dirty="0" err="1">
                <a:solidFill>
                  <a:srgbClr val="808080"/>
                </a:solidFill>
                <a:latin typeface="Consolas" panose="020B0609020204030204" pitchFamily="49" charset="0"/>
              </a:rPr>
              <a:t>ttyACM</a:t>
            </a:r>
            <a:r>
              <a:rPr lang="en-US" sz="1400" dirty="0">
                <a:solidFill>
                  <a:srgbClr val="808080"/>
                </a:solidFill>
                <a:latin typeface="Consolas" panose="020B0609020204030204" pitchFamily="49" charset="0"/>
              </a:rPr>
              <a:t>*</a:t>
            </a:r>
          </a:p>
          <a:p>
            <a:pPr marL="265113" lvl="1" indent="-265113">
              <a:buNone/>
            </a:pP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sudo</a:t>
            </a:r>
            <a:r>
              <a:rPr lang="en-US" sz="1400" dirty="0">
                <a:solidFill>
                  <a:srgbClr val="808080"/>
                </a:solidFill>
                <a:latin typeface="Consolas" panose="020B0609020204030204" pitchFamily="49" charset="0"/>
              </a:rPr>
              <a:t> </a:t>
            </a:r>
            <a:r>
              <a:rPr lang="en-US" sz="1400" dirty="0" err="1">
                <a:solidFill>
                  <a:srgbClr val="808080"/>
                </a:solidFill>
                <a:latin typeface="Consolas" panose="020B0609020204030204" pitchFamily="49" charset="0"/>
              </a:rPr>
              <a:t>chmod</a:t>
            </a:r>
            <a:r>
              <a:rPr lang="en-US" sz="1400" dirty="0">
                <a:solidFill>
                  <a:srgbClr val="808080"/>
                </a:solidFill>
                <a:latin typeface="Consolas" panose="020B0609020204030204" pitchFamily="49" charset="0"/>
              </a:rPr>
              <a:t> 666 /dev/</a:t>
            </a:r>
            <a:r>
              <a:rPr lang="en-US" sz="1400" dirty="0" err="1">
                <a:solidFill>
                  <a:srgbClr val="808080"/>
                </a:solidFill>
                <a:latin typeface="Consolas" panose="020B0609020204030204" pitchFamily="49" charset="0"/>
              </a:rPr>
              <a:t>ttyUSB</a:t>
            </a:r>
            <a:r>
              <a:rPr lang="en-US" sz="1400" dirty="0">
                <a:solidFill>
                  <a:srgbClr val="808080"/>
                </a:solidFill>
                <a:latin typeface="Consolas" panose="020B0609020204030204" pitchFamily="49" charset="0"/>
              </a:rPr>
              <a:t>*</a:t>
            </a:r>
            <a:endParaRPr lang="en-GB" sz="1400" dirty="0">
              <a:solidFill>
                <a:srgbClr val="808080"/>
              </a:solidFill>
              <a:latin typeface="Consolas" panose="020B0609020204030204" pitchFamily="49" charset="0"/>
            </a:endParaRPr>
          </a:p>
        </p:txBody>
      </p:sp>
    </p:spTree>
    <p:extLst>
      <p:ext uri="{BB962C8B-B14F-4D97-AF65-F5344CB8AC3E}">
        <p14:creationId xmlns:p14="http://schemas.microsoft.com/office/powerpoint/2010/main" val="1832740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DB50-93E7-CEAB-B6B2-1702DD5A7A55}"/>
              </a:ext>
            </a:extLst>
          </p:cNvPr>
          <p:cNvSpPr>
            <a:spLocks noGrp="1"/>
          </p:cNvSpPr>
          <p:nvPr>
            <p:ph type="ctrTitle"/>
          </p:nvPr>
        </p:nvSpPr>
        <p:spPr/>
        <p:txBody>
          <a:bodyPr/>
          <a:lstStyle/>
          <a:p>
            <a:r>
              <a:rPr lang="en-GB" dirty="0"/>
              <a:t>Troubleshoot</a:t>
            </a:r>
          </a:p>
        </p:txBody>
      </p:sp>
      <p:sp>
        <p:nvSpPr>
          <p:cNvPr id="3" name="Subtitle 2">
            <a:extLst>
              <a:ext uri="{FF2B5EF4-FFF2-40B4-BE49-F238E27FC236}">
                <a16:creationId xmlns:a16="http://schemas.microsoft.com/office/drawing/2014/main" id="{50C4FED5-62F6-801E-EF89-A85EDF375E56}"/>
              </a:ext>
            </a:extLst>
          </p:cNvPr>
          <p:cNvSpPr>
            <a:spLocks noGrp="1"/>
          </p:cNvSpPr>
          <p:nvPr>
            <p:ph type="subTitle" idx="1"/>
          </p:nvPr>
        </p:nvSpPr>
        <p:spPr/>
        <p:txBody>
          <a:bodyPr/>
          <a:lstStyle/>
          <a:p>
            <a:r>
              <a:rPr lang="en-GB" dirty="0"/>
              <a:t>Common problems with Arduino IDE</a:t>
            </a:r>
          </a:p>
        </p:txBody>
      </p:sp>
    </p:spTree>
    <p:extLst>
      <p:ext uri="{BB962C8B-B14F-4D97-AF65-F5344CB8AC3E}">
        <p14:creationId xmlns:p14="http://schemas.microsoft.com/office/powerpoint/2010/main" val="4123709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9A1A68-6EE9-8F15-67E9-A4D0DABC5707}"/>
              </a:ext>
            </a:extLst>
          </p:cNvPr>
          <p:cNvSpPr>
            <a:spLocks noGrp="1"/>
          </p:cNvSpPr>
          <p:nvPr>
            <p:ph sz="half" idx="1"/>
          </p:nvPr>
        </p:nvSpPr>
        <p:spPr/>
        <p:txBody>
          <a:bodyPr>
            <a:normAutofit/>
          </a:bodyPr>
          <a:lstStyle/>
          <a:p>
            <a:pPr>
              <a:lnSpc>
                <a:spcPct val="150000"/>
              </a:lnSpc>
            </a:pPr>
            <a:r>
              <a:rPr lang="en-GB" sz="1600" dirty="0"/>
              <a:t>When connecting a USB to a VM several steps must be performed for the virtual machine to be able to recognise the USB Port from the host computer. More information can be found </a:t>
            </a:r>
            <a:r>
              <a:rPr lang="en-GB" sz="1600" dirty="0">
                <a:hlinkClick r:id="rId2"/>
              </a:rPr>
              <a:t>here</a:t>
            </a:r>
            <a:r>
              <a:rPr lang="en-GB" sz="1600" dirty="0"/>
              <a:t>.</a:t>
            </a:r>
          </a:p>
          <a:p>
            <a:pPr>
              <a:lnSpc>
                <a:spcPct val="150000"/>
              </a:lnSpc>
            </a:pPr>
            <a:r>
              <a:rPr lang="en-GB" sz="1600" dirty="0"/>
              <a:t>Make sure the </a:t>
            </a:r>
            <a:r>
              <a:rPr lang="en-US" sz="1600" dirty="0"/>
              <a:t>correct drivers for the device are installed in the host computer. More information can be found </a:t>
            </a:r>
            <a:r>
              <a:rPr lang="en-US" sz="1600" dirty="0">
                <a:hlinkClick r:id="rId3"/>
              </a:rPr>
              <a:t>here</a:t>
            </a:r>
            <a:r>
              <a:rPr lang="en-US" sz="1600" dirty="0"/>
              <a:t>.</a:t>
            </a:r>
          </a:p>
          <a:p>
            <a:pPr>
              <a:lnSpc>
                <a:spcPct val="150000"/>
              </a:lnSpc>
            </a:pPr>
            <a:r>
              <a:rPr lang="en-US" sz="1600" dirty="0"/>
              <a:t>Give permissions to the VM to access the USB ports of the host machine. More information can be found </a:t>
            </a:r>
            <a:r>
              <a:rPr lang="en-US" sz="1600" dirty="0">
                <a:hlinkClick r:id="rId4"/>
              </a:rPr>
              <a:t>here</a:t>
            </a:r>
            <a:r>
              <a:rPr lang="en-US" sz="1600" dirty="0"/>
              <a:t> and </a:t>
            </a:r>
            <a:r>
              <a:rPr lang="en-US" sz="1600" dirty="0">
                <a:hlinkClick r:id="rId5"/>
              </a:rPr>
              <a:t>here</a:t>
            </a:r>
            <a:r>
              <a:rPr lang="en-US" sz="1600" dirty="0"/>
              <a:t>.</a:t>
            </a:r>
          </a:p>
          <a:p>
            <a:pPr>
              <a:lnSpc>
                <a:spcPct val="150000"/>
              </a:lnSpc>
            </a:pPr>
            <a:endParaRPr lang="en-GB" sz="1600" dirty="0"/>
          </a:p>
          <a:p>
            <a:pPr>
              <a:lnSpc>
                <a:spcPct val="150000"/>
              </a:lnSpc>
            </a:pPr>
            <a:endParaRPr lang="en-GB" sz="1600" dirty="0"/>
          </a:p>
        </p:txBody>
      </p:sp>
      <p:sp>
        <p:nvSpPr>
          <p:cNvPr id="3" name="Content Placeholder 2">
            <a:extLst>
              <a:ext uri="{FF2B5EF4-FFF2-40B4-BE49-F238E27FC236}">
                <a16:creationId xmlns:a16="http://schemas.microsoft.com/office/drawing/2014/main" id="{D32A7625-1735-2FB6-EF0C-E2B6FF4955B2}"/>
              </a:ext>
            </a:extLst>
          </p:cNvPr>
          <p:cNvSpPr>
            <a:spLocks noGrp="1"/>
          </p:cNvSpPr>
          <p:nvPr>
            <p:ph sz="half" idx="2"/>
          </p:nvPr>
        </p:nvSpPr>
        <p:spPr/>
        <p:txBody>
          <a:bodyPr/>
          <a:lstStyle/>
          <a:p>
            <a:pPr marL="0" indent="0">
              <a:lnSpc>
                <a:spcPct val="150000"/>
              </a:lnSpc>
              <a:buNone/>
            </a:pPr>
            <a:r>
              <a:rPr lang="en-GB" sz="1500" dirty="0"/>
              <a:t>A video tutorial on how to connect USB devices to the VMWare Player can be found </a:t>
            </a:r>
            <a:r>
              <a:rPr lang="en-GB" sz="1500" dirty="0">
                <a:hlinkClick r:id="rId6"/>
              </a:rPr>
              <a:t>here</a:t>
            </a:r>
            <a:r>
              <a:rPr lang="en-GB" sz="1500" dirty="0"/>
              <a:t>.</a:t>
            </a:r>
          </a:p>
          <a:p>
            <a:pPr>
              <a:lnSpc>
                <a:spcPct val="150000"/>
              </a:lnSpc>
            </a:pPr>
            <a:endParaRPr lang="en-GB" sz="1500" dirty="0"/>
          </a:p>
        </p:txBody>
      </p:sp>
      <p:sp>
        <p:nvSpPr>
          <p:cNvPr id="4" name="Title 3">
            <a:extLst>
              <a:ext uri="{FF2B5EF4-FFF2-40B4-BE49-F238E27FC236}">
                <a16:creationId xmlns:a16="http://schemas.microsoft.com/office/drawing/2014/main" id="{D736D4D5-B637-2524-DBB4-BA4F0B7F9B60}"/>
              </a:ext>
            </a:extLst>
          </p:cNvPr>
          <p:cNvSpPr>
            <a:spLocks noGrp="1"/>
          </p:cNvSpPr>
          <p:nvPr>
            <p:ph type="title"/>
          </p:nvPr>
        </p:nvSpPr>
        <p:spPr/>
        <p:txBody>
          <a:bodyPr/>
          <a:lstStyle/>
          <a:p>
            <a:r>
              <a:rPr lang="en-GB" dirty="0"/>
              <a:t>USB Ports in VM</a:t>
            </a:r>
          </a:p>
        </p:txBody>
      </p:sp>
    </p:spTree>
    <p:extLst>
      <p:ext uri="{BB962C8B-B14F-4D97-AF65-F5344CB8AC3E}">
        <p14:creationId xmlns:p14="http://schemas.microsoft.com/office/powerpoint/2010/main" val="475292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CCF7C7-AA7E-1A28-DD5F-0589D6A72621}"/>
              </a:ext>
            </a:extLst>
          </p:cNvPr>
          <p:cNvSpPr>
            <a:spLocks noGrp="1"/>
          </p:cNvSpPr>
          <p:nvPr>
            <p:ph sz="half" idx="1"/>
          </p:nvPr>
        </p:nvSpPr>
        <p:spPr>
          <a:xfrm>
            <a:off x="838199" y="1825625"/>
            <a:ext cx="10287947" cy="4351338"/>
          </a:xfrm>
        </p:spPr>
        <p:txBody>
          <a:bodyPr>
            <a:normAutofit fontScale="77500" lnSpcReduction="20000"/>
          </a:bodyPr>
          <a:lstStyle/>
          <a:p>
            <a:pPr marL="0" indent="0">
              <a:lnSpc>
                <a:spcPct val="140000"/>
              </a:lnSpc>
              <a:buFont typeface="Arial" panose="020B0604020202020204" pitchFamily="34" charset="0"/>
              <a:buNone/>
              <a:tabLst>
                <a:tab pos="3408363" algn="l"/>
              </a:tabLst>
            </a:pPr>
            <a:r>
              <a:rPr lang="en-GB" sz="4000" dirty="0">
                <a:latin typeface="Nexa-Bold" panose="01000000000000000000" pitchFamily="2" charset="0"/>
              </a:rPr>
              <a:t>Troubleshooting</a:t>
            </a:r>
          </a:p>
          <a:p>
            <a:pPr>
              <a:lnSpc>
                <a:spcPct val="100000"/>
              </a:lnSpc>
              <a:tabLst>
                <a:tab pos="3408363" algn="l"/>
              </a:tabLst>
            </a:pPr>
            <a:r>
              <a:rPr lang="en-GB" sz="2100" dirty="0"/>
              <a:t>When compiling for the ESP32 the following error appears </a:t>
            </a:r>
          </a:p>
          <a:p>
            <a:pPr marL="0" indent="0" algn="ctr">
              <a:lnSpc>
                <a:spcPct val="100000"/>
              </a:lnSpc>
              <a:buNone/>
              <a:tabLst>
                <a:tab pos="3408363" algn="l"/>
              </a:tabLst>
            </a:pPr>
            <a:r>
              <a:rPr lang="en-US" sz="2100" i="1" dirty="0"/>
              <a:t>“Missing Python: “python”: executable file not found in $PATH”</a:t>
            </a:r>
          </a:p>
          <a:p>
            <a:pPr marL="0" indent="0">
              <a:lnSpc>
                <a:spcPct val="100000"/>
              </a:lnSpc>
              <a:buNone/>
              <a:tabLst>
                <a:tab pos="3408363" algn="l"/>
              </a:tabLst>
            </a:pPr>
            <a:r>
              <a:rPr lang="en-US" sz="2100" dirty="0"/>
              <a:t>To avoid this error, you can install the python-is-python3 package to create the symbolic links.</a:t>
            </a:r>
          </a:p>
          <a:p>
            <a:pPr marL="0" indent="0" algn="ctr">
              <a:lnSpc>
                <a:spcPct val="100000"/>
              </a:lnSpc>
              <a:buNone/>
              <a:tabLst>
                <a:tab pos="3408363" algn="l"/>
              </a:tabLst>
            </a:pPr>
            <a:r>
              <a:rPr lang="en-US" sz="2100" i="1" dirty="0" err="1"/>
              <a:t>sudo</a:t>
            </a:r>
            <a:r>
              <a:rPr lang="en-US" sz="2100" i="1" dirty="0"/>
              <a:t> apt install python-is-python3</a:t>
            </a:r>
          </a:p>
          <a:p>
            <a:pPr>
              <a:lnSpc>
                <a:spcPct val="100000"/>
              </a:lnSpc>
              <a:tabLst>
                <a:tab pos="3408363" algn="l"/>
              </a:tabLst>
            </a:pPr>
            <a:r>
              <a:rPr lang="en-US" sz="2100" dirty="0"/>
              <a:t>When compiling the following error appears</a:t>
            </a:r>
          </a:p>
          <a:p>
            <a:pPr marL="0" indent="0" algn="ctr">
              <a:lnSpc>
                <a:spcPct val="100000"/>
              </a:lnSpc>
              <a:buNone/>
              <a:tabLst>
                <a:tab pos="3408363" algn="l"/>
              </a:tabLst>
            </a:pPr>
            <a:r>
              <a:rPr lang="en-GB" sz="2100" i="1" dirty="0"/>
              <a:t>“</a:t>
            </a:r>
            <a:r>
              <a:rPr lang="en-GB" sz="2100" i="1" dirty="0" err="1"/>
              <a:t>ImportError</a:t>
            </a:r>
            <a:r>
              <a:rPr lang="en-GB" sz="2100" i="1" dirty="0"/>
              <a:t>: No module named serial”</a:t>
            </a:r>
          </a:p>
          <a:p>
            <a:pPr marL="0" indent="0">
              <a:lnSpc>
                <a:spcPct val="150000"/>
              </a:lnSpc>
              <a:buNone/>
              <a:tabLst>
                <a:tab pos="3408363" algn="l"/>
              </a:tabLst>
            </a:pPr>
            <a:r>
              <a:rPr lang="en-US" sz="2100" dirty="0"/>
              <a:t>To avoid this error, install the </a:t>
            </a:r>
            <a:r>
              <a:rPr lang="en-US" sz="2100" dirty="0" err="1"/>
              <a:t>pyserial</a:t>
            </a:r>
            <a:r>
              <a:rPr lang="en-US" sz="2100" dirty="0"/>
              <a:t> library</a:t>
            </a:r>
          </a:p>
          <a:p>
            <a:pPr marL="0" indent="0" algn="ctr">
              <a:lnSpc>
                <a:spcPct val="150000"/>
              </a:lnSpc>
              <a:spcBef>
                <a:spcPts val="0"/>
              </a:spcBef>
              <a:buNone/>
              <a:tabLst>
                <a:tab pos="3408363" algn="l"/>
              </a:tabLst>
            </a:pPr>
            <a:r>
              <a:rPr lang="en-US" sz="2100" i="1" dirty="0" err="1"/>
              <a:t>sudo</a:t>
            </a:r>
            <a:r>
              <a:rPr lang="en-US" sz="2100" i="1" dirty="0"/>
              <a:t> apt install python3-pip</a:t>
            </a:r>
          </a:p>
          <a:p>
            <a:pPr marL="0" indent="0" algn="ctr">
              <a:lnSpc>
                <a:spcPct val="100000"/>
              </a:lnSpc>
              <a:spcBef>
                <a:spcPts val="0"/>
              </a:spcBef>
              <a:buNone/>
              <a:tabLst>
                <a:tab pos="3408363" algn="l"/>
              </a:tabLst>
            </a:pPr>
            <a:r>
              <a:rPr lang="en-US" sz="2100" i="1" dirty="0"/>
              <a:t>pip3 install </a:t>
            </a:r>
            <a:r>
              <a:rPr lang="en-US" sz="2100" i="1" dirty="0" err="1"/>
              <a:t>pyserial</a:t>
            </a:r>
            <a:endParaRPr lang="en-US" sz="2100" i="1" dirty="0"/>
          </a:p>
          <a:p>
            <a:pPr marL="0" indent="0" algn="ctr">
              <a:lnSpc>
                <a:spcPct val="100000"/>
              </a:lnSpc>
              <a:spcBef>
                <a:spcPts val="0"/>
              </a:spcBef>
              <a:buNone/>
              <a:tabLst>
                <a:tab pos="3408363" algn="l"/>
              </a:tabLst>
            </a:pPr>
            <a:endParaRPr lang="en-US" sz="2100" i="1" dirty="0"/>
          </a:p>
          <a:p>
            <a:pPr marL="0" indent="0">
              <a:lnSpc>
                <a:spcPct val="100000"/>
              </a:lnSpc>
              <a:spcBef>
                <a:spcPts val="0"/>
              </a:spcBef>
              <a:buNone/>
              <a:tabLst>
                <a:tab pos="3408363" algn="l"/>
              </a:tabLst>
            </a:pPr>
            <a:r>
              <a:rPr lang="en-US" sz="2100" dirty="0"/>
              <a:t>Additional Troubleshoot can be found </a:t>
            </a:r>
            <a:r>
              <a:rPr lang="en-US" sz="2100" dirty="0">
                <a:hlinkClick r:id="rId2"/>
              </a:rPr>
              <a:t>here</a:t>
            </a:r>
            <a:r>
              <a:rPr lang="en-US" sz="2100" dirty="0"/>
              <a:t>, </a:t>
            </a:r>
            <a:r>
              <a:rPr lang="en-US" sz="2100" dirty="0">
                <a:hlinkClick r:id="rId2"/>
              </a:rPr>
              <a:t>here</a:t>
            </a:r>
            <a:r>
              <a:rPr lang="en-US" sz="2100" dirty="0"/>
              <a:t> and </a:t>
            </a:r>
            <a:r>
              <a:rPr lang="en-US" sz="2100" dirty="0">
                <a:hlinkClick r:id="rId3"/>
              </a:rPr>
              <a:t>here</a:t>
            </a:r>
            <a:r>
              <a:rPr lang="en-US" sz="2100" dirty="0"/>
              <a:t>.</a:t>
            </a:r>
          </a:p>
          <a:p>
            <a:endParaRPr lang="en-GB" dirty="0"/>
          </a:p>
        </p:txBody>
      </p:sp>
      <p:sp>
        <p:nvSpPr>
          <p:cNvPr id="4" name="Title 3">
            <a:extLst>
              <a:ext uri="{FF2B5EF4-FFF2-40B4-BE49-F238E27FC236}">
                <a16:creationId xmlns:a16="http://schemas.microsoft.com/office/drawing/2014/main" id="{F28D9CAD-C1BD-3F73-23DE-96FAECB2DACA}"/>
              </a:ext>
            </a:extLst>
          </p:cNvPr>
          <p:cNvSpPr>
            <a:spLocks noGrp="1"/>
          </p:cNvSpPr>
          <p:nvPr>
            <p:ph type="title"/>
          </p:nvPr>
        </p:nvSpPr>
        <p:spPr/>
        <p:txBody>
          <a:bodyPr/>
          <a:lstStyle/>
          <a:p>
            <a:r>
              <a:rPr lang="en-GB" dirty="0"/>
              <a:t>Troubleshoot</a:t>
            </a:r>
          </a:p>
        </p:txBody>
      </p:sp>
    </p:spTree>
    <p:extLst>
      <p:ext uri="{BB962C8B-B14F-4D97-AF65-F5344CB8AC3E}">
        <p14:creationId xmlns:p14="http://schemas.microsoft.com/office/powerpoint/2010/main" val="3138022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D47D5E4-866C-A455-5591-359B7DA50064}"/>
              </a:ext>
            </a:extLst>
          </p:cNvPr>
          <p:cNvSpPr>
            <a:spLocks noGrp="1"/>
          </p:cNvSpPr>
          <p:nvPr>
            <p:ph sz="half" idx="1"/>
          </p:nvPr>
        </p:nvSpPr>
        <p:spPr>
          <a:xfrm>
            <a:off x="838200" y="1825624"/>
            <a:ext cx="5181600" cy="4984099"/>
          </a:xfrm>
        </p:spPr>
        <p:txBody>
          <a:bodyPr>
            <a:normAutofit/>
          </a:bodyPr>
          <a:lstStyle/>
          <a:p>
            <a:pPr marL="0" indent="0">
              <a:lnSpc>
                <a:spcPct val="150000"/>
              </a:lnSpc>
              <a:buNone/>
              <a:tabLst>
                <a:tab pos="3408363" algn="l"/>
              </a:tabLst>
            </a:pPr>
            <a:r>
              <a:rPr lang="en-US" sz="2000" dirty="0">
                <a:latin typeface="Nexa-Bold" panose="01000000000000000000" pitchFamily="2" charset="0"/>
              </a:rPr>
              <a:t>Troubleshoot (Drivers)</a:t>
            </a:r>
          </a:p>
          <a:p>
            <a:pPr>
              <a:lnSpc>
                <a:spcPct val="100000"/>
              </a:lnSpc>
              <a:tabLst>
                <a:tab pos="3408363" algn="l"/>
              </a:tabLst>
            </a:pPr>
            <a:r>
              <a:rPr lang="en-US" sz="1400" dirty="0"/>
              <a:t>Drivers are usually installed automatically by Windows and Ubuntu even for the Virtual Machines.</a:t>
            </a:r>
          </a:p>
          <a:p>
            <a:pPr>
              <a:lnSpc>
                <a:spcPct val="100000"/>
              </a:lnSpc>
              <a:tabLst>
                <a:tab pos="3408363" algn="l"/>
              </a:tabLst>
            </a:pPr>
            <a:r>
              <a:rPr lang="en-US" sz="1400" dirty="0"/>
              <a:t>How do I know if the drivers are properly installed (Windows)?</a:t>
            </a:r>
          </a:p>
          <a:p>
            <a:pPr lvl="1">
              <a:lnSpc>
                <a:spcPct val="100000"/>
              </a:lnSpc>
              <a:tabLst>
                <a:tab pos="3408363" algn="l"/>
              </a:tabLst>
            </a:pPr>
            <a:r>
              <a:rPr lang="en-US" sz="1400" dirty="0"/>
              <a:t>Plug the Puzzle-Bot into the USB port. </a:t>
            </a:r>
          </a:p>
          <a:p>
            <a:pPr lvl="1">
              <a:lnSpc>
                <a:spcPct val="100000"/>
              </a:lnSpc>
              <a:tabLst>
                <a:tab pos="3408363" algn="l"/>
              </a:tabLst>
            </a:pPr>
            <a:r>
              <a:rPr lang="en-US" sz="1400" dirty="0"/>
              <a:t>Go to Start &gt; Device Manager</a:t>
            </a:r>
          </a:p>
          <a:p>
            <a:pPr lvl="1">
              <a:lnSpc>
                <a:spcPct val="100000"/>
              </a:lnSpc>
              <a:tabLst>
                <a:tab pos="3408363" algn="l"/>
              </a:tabLst>
            </a:pPr>
            <a:r>
              <a:rPr lang="en-US" sz="1400" dirty="0"/>
              <a:t>The Serial port should appear as shown in the following figure (The COM port may vary).</a:t>
            </a:r>
          </a:p>
          <a:p>
            <a:pPr lvl="1">
              <a:lnSpc>
                <a:spcPct val="100000"/>
              </a:lnSpc>
              <a:tabLst>
                <a:tab pos="3408363" algn="l"/>
              </a:tabLst>
            </a:pPr>
            <a:endParaRPr lang="en-GB" sz="1400" dirty="0"/>
          </a:p>
          <a:p>
            <a:pPr lvl="1">
              <a:lnSpc>
                <a:spcPct val="100000"/>
              </a:lnSpc>
              <a:tabLst>
                <a:tab pos="3408363" algn="l"/>
              </a:tabLst>
            </a:pPr>
            <a:endParaRPr lang="en-GB" sz="1400" dirty="0"/>
          </a:p>
          <a:p>
            <a:pPr>
              <a:lnSpc>
                <a:spcPct val="100000"/>
              </a:lnSpc>
            </a:pPr>
            <a:r>
              <a:rPr lang="en-US" sz="1400" dirty="0"/>
              <a:t>If the computer cannot find the drivers, download the drivers from the following link</a:t>
            </a:r>
          </a:p>
          <a:p>
            <a:pPr marL="0" indent="0" algn="ctr">
              <a:buNone/>
            </a:pPr>
            <a:r>
              <a:rPr lang="en-US" sz="1400" dirty="0">
                <a:hlinkClick r:id="rId2"/>
              </a:rPr>
              <a:t>https://ftdichip.com/drivers/vcp-drivers/</a:t>
            </a:r>
            <a:endParaRPr lang="en-US" sz="1400" dirty="0"/>
          </a:p>
          <a:p>
            <a:pPr>
              <a:lnSpc>
                <a:spcPct val="150000"/>
              </a:lnSpc>
              <a:tabLst>
                <a:tab pos="3408363" algn="l"/>
              </a:tabLst>
            </a:pPr>
            <a:r>
              <a:rPr lang="en-GB" sz="1400" dirty="0"/>
              <a:t>Verify that the USB cable is a data cable and not only a power cable!</a:t>
            </a:r>
          </a:p>
        </p:txBody>
      </p:sp>
      <p:sp>
        <p:nvSpPr>
          <p:cNvPr id="5" name="Content Placeholder 4">
            <a:extLst>
              <a:ext uri="{FF2B5EF4-FFF2-40B4-BE49-F238E27FC236}">
                <a16:creationId xmlns:a16="http://schemas.microsoft.com/office/drawing/2014/main" id="{383970BB-293B-9049-586F-90B86AADA6F0}"/>
              </a:ext>
            </a:extLst>
          </p:cNvPr>
          <p:cNvSpPr>
            <a:spLocks noGrp="1"/>
          </p:cNvSpPr>
          <p:nvPr>
            <p:ph sz="half" idx="2"/>
          </p:nvPr>
        </p:nvSpPr>
        <p:spPr/>
        <p:txBody>
          <a:bodyPr>
            <a:normAutofit/>
          </a:bodyPr>
          <a:lstStyle/>
          <a:p>
            <a:r>
              <a:rPr lang="en-US" sz="1400" dirty="0"/>
              <a:t>Scroll down and download the executable setup as shown in the following figure</a:t>
            </a:r>
          </a:p>
          <a:p>
            <a:endParaRPr lang="en-US" sz="1400" dirty="0"/>
          </a:p>
          <a:p>
            <a:endParaRPr lang="en-US" sz="1400" dirty="0"/>
          </a:p>
          <a:p>
            <a:endParaRPr lang="en-US" sz="1400" dirty="0"/>
          </a:p>
          <a:p>
            <a:endParaRPr lang="en-US" sz="1400" dirty="0"/>
          </a:p>
          <a:p>
            <a:endParaRPr lang="en-US" sz="1400" dirty="0"/>
          </a:p>
          <a:p>
            <a:endParaRPr lang="en-US" sz="1400" dirty="0"/>
          </a:p>
          <a:p>
            <a:pPr marL="0" indent="0">
              <a:buNone/>
            </a:pPr>
            <a:r>
              <a:rPr lang="en-US" sz="1400" b="1" dirty="0"/>
              <a:t>Before Installing the drivers!!</a:t>
            </a:r>
          </a:p>
          <a:p>
            <a:r>
              <a:rPr lang="en-US" sz="1400" dirty="0"/>
              <a:t>Unplug the Puzzle-Bot from the computer.</a:t>
            </a:r>
          </a:p>
          <a:p>
            <a:r>
              <a:rPr lang="en-US" sz="1400" dirty="0"/>
              <a:t>Unzip the drivers and run the setup (some computers are required to be restarted after the installation).</a:t>
            </a:r>
          </a:p>
          <a:p>
            <a:r>
              <a:rPr lang="en-US" sz="1400" dirty="0"/>
              <a:t>Plug the Puzzle-Bot back into the computer.</a:t>
            </a:r>
            <a:endParaRPr lang="en-GB" sz="1400" dirty="0"/>
          </a:p>
        </p:txBody>
      </p:sp>
      <p:sp>
        <p:nvSpPr>
          <p:cNvPr id="2" name="Title 1">
            <a:extLst>
              <a:ext uri="{FF2B5EF4-FFF2-40B4-BE49-F238E27FC236}">
                <a16:creationId xmlns:a16="http://schemas.microsoft.com/office/drawing/2014/main" id="{F240CE27-4CC8-DE4D-F03C-698EBC17C1EB}"/>
              </a:ext>
            </a:extLst>
          </p:cNvPr>
          <p:cNvSpPr>
            <a:spLocks noGrp="1"/>
          </p:cNvSpPr>
          <p:nvPr>
            <p:ph type="title"/>
          </p:nvPr>
        </p:nvSpPr>
        <p:spPr/>
        <p:txBody>
          <a:bodyPr/>
          <a:lstStyle/>
          <a:p>
            <a:r>
              <a:rPr lang="en-GB" dirty="0"/>
              <a:t>Troubleshoot</a:t>
            </a:r>
          </a:p>
        </p:txBody>
      </p:sp>
      <p:sp>
        <p:nvSpPr>
          <p:cNvPr id="6" name="AutoShape 2" descr="User Manual V2_2.pdf">
            <a:extLst>
              <a:ext uri="{FF2B5EF4-FFF2-40B4-BE49-F238E27FC236}">
                <a16:creationId xmlns:a16="http://schemas.microsoft.com/office/drawing/2014/main" id="{6C3916DF-C910-72C4-9B10-7F0A949F1C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a:extLst>
              <a:ext uri="{FF2B5EF4-FFF2-40B4-BE49-F238E27FC236}">
                <a16:creationId xmlns:a16="http://schemas.microsoft.com/office/drawing/2014/main" id="{E9FC5D85-0FFA-464A-53F0-7D86A8C37197}"/>
              </a:ext>
            </a:extLst>
          </p:cNvPr>
          <p:cNvPicPr>
            <a:picLocks noChangeAspect="1"/>
          </p:cNvPicPr>
          <p:nvPr/>
        </p:nvPicPr>
        <p:blipFill>
          <a:blip r:embed="rId3"/>
          <a:stretch>
            <a:fillRect/>
          </a:stretch>
        </p:blipFill>
        <p:spPr>
          <a:xfrm>
            <a:off x="2095737" y="4556669"/>
            <a:ext cx="2215390" cy="495752"/>
          </a:xfrm>
          <a:prstGeom prst="rect">
            <a:avLst/>
          </a:prstGeom>
        </p:spPr>
      </p:pic>
      <p:pic>
        <p:nvPicPr>
          <p:cNvPr id="11" name="Picture 10">
            <a:extLst>
              <a:ext uri="{FF2B5EF4-FFF2-40B4-BE49-F238E27FC236}">
                <a16:creationId xmlns:a16="http://schemas.microsoft.com/office/drawing/2014/main" id="{C74CA51D-6128-16A4-9EAC-9867155C17C7}"/>
              </a:ext>
            </a:extLst>
          </p:cNvPr>
          <p:cNvPicPr>
            <a:picLocks noChangeAspect="1"/>
          </p:cNvPicPr>
          <p:nvPr/>
        </p:nvPicPr>
        <p:blipFill>
          <a:blip r:embed="rId4"/>
          <a:stretch>
            <a:fillRect/>
          </a:stretch>
        </p:blipFill>
        <p:spPr>
          <a:xfrm>
            <a:off x="6172200" y="2511215"/>
            <a:ext cx="5761128" cy="1490079"/>
          </a:xfrm>
          <a:prstGeom prst="rect">
            <a:avLst/>
          </a:prstGeom>
        </p:spPr>
      </p:pic>
    </p:spTree>
    <p:extLst>
      <p:ext uri="{BB962C8B-B14F-4D97-AF65-F5344CB8AC3E}">
        <p14:creationId xmlns:p14="http://schemas.microsoft.com/office/powerpoint/2010/main" val="179207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03C765-5917-4088-A42E-E198DF62C489}"/>
              </a:ext>
            </a:extLst>
          </p:cNvPr>
          <p:cNvSpPr>
            <a:spLocks noGrp="1"/>
          </p:cNvSpPr>
          <p:nvPr>
            <p:ph sz="half" idx="1"/>
          </p:nvPr>
        </p:nvSpPr>
        <p:spPr/>
        <p:txBody>
          <a:bodyPr>
            <a:normAutofit/>
          </a:bodyPr>
          <a:lstStyle/>
          <a:p>
            <a:pPr marL="0" indent="0">
              <a:lnSpc>
                <a:spcPct val="150000"/>
              </a:lnSpc>
              <a:buNone/>
              <a:tabLst>
                <a:tab pos="3408363" algn="l"/>
              </a:tabLst>
            </a:pPr>
            <a:r>
              <a:rPr lang="en-US" sz="2000" dirty="0">
                <a:latin typeface="Nexa-Bold" panose="01000000000000000000" pitchFamily="2" charset="0"/>
              </a:rPr>
              <a:t>Troubleshoot (Drivers)</a:t>
            </a:r>
          </a:p>
          <a:p>
            <a:pPr>
              <a:lnSpc>
                <a:spcPct val="100000"/>
              </a:lnSpc>
              <a:tabLst>
                <a:tab pos="3408363" algn="l"/>
              </a:tabLst>
            </a:pPr>
            <a:r>
              <a:rPr lang="en-US" sz="1400" dirty="0"/>
              <a:t>Some </a:t>
            </a:r>
            <a:r>
              <a:rPr lang="en-US" sz="1400" dirty="0" err="1"/>
              <a:t>Hackerboards</a:t>
            </a:r>
            <a:r>
              <a:rPr lang="en-US" sz="1400" dirty="0"/>
              <a:t> have a different USB-UART chip the CP210x.</a:t>
            </a:r>
          </a:p>
          <a:p>
            <a:pPr>
              <a:lnSpc>
                <a:spcPct val="100000"/>
              </a:lnSpc>
              <a:tabLst>
                <a:tab pos="3408363" algn="l"/>
              </a:tabLst>
            </a:pPr>
            <a:r>
              <a:rPr lang="en-US" sz="1400" dirty="0"/>
              <a:t>Drivers are usually installed automatically by Windows and Ubuntu even for the Virtual Machines.</a:t>
            </a:r>
          </a:p>
          <a:p>
            <a:pPr>
              <a:lnSpc>
                <a:spcPct val="100000"/>
              </a:lnSpc>
              <a:tabLst>
                <a:tab pos="3408363" algn="l"/>
              </a:tabLst>
            </a:pPr>
            <a:r>
              <a:rPr lang="en-US" sz="1400" dirty="0"/>
              <a:t>Verify if they are installed by following the steps in the previous slide.</a:t>
            </a:r>
          </a:p>
          <a:p>
            <a:pPr>
              <a:lnSpc>
                <a:spcPct val="100000"/>
              </a:lnSpc>
              <a:tabLst>
                <a:tab pos="3408363" algn="l"/>
              </a:tabLst>
            </a:pPr>
            <a:r>
              <a:rPr lang="en-GB" sz="1400" dirty="0"/>
              <a:t>Verify that the USB cable is a data cable and not only a power cable!.</a:t>
            </a:r>
            <a:endParaRPr lang="en-US" sz="1400" dirty="0"/>
          </a:p>
          <a:p>
            <a:pPr>
              <a:lnSpc>
                <a:spcPct val="100000"/>
              </a:lnSpc>
              <a:tabLst>
                <a:tab pos="3408363" algn="l"/>
              </a:tabLst>
            </a:pPr>
            <a:r>
              <a:rPr lang="en-US" sz="1400" dirty="0"/>
              <a:t>If the computer cannot find the drivers, download the drivers from the following link</a:t>
            </a:r>
          </a:p>
          <a:p>
            <a:pPr marL="0" indent="0" algn="ctr">
              <a:lnSpc>
                <a:spcPct val="100000"/>
              </a:lnSpc>
              <a:buNone/>
              <a:tabLst>
                <a:tab pos="3408363" algn="l"/>
              </a:tabLst>
            </a:pPr>
            <a:r>
              <a:rPr lang="en-US" sz="1400" dirty="0">
                <a:hlinkClick r:id="rId2"/>
              </a:rPr>
              <a:t>https://www.silabs.com/developers/usb-to-uart-bridge-vcp-drivers?tab=downloads</a:t>
            </a:r>
            <a:endParaRPr lang="en-US" sz="1400" dirty="0"/>
          </a:p>
          <a:p>
            <a:pPr marL="0" indent="0" algn="ctr">
              <a:lnSpc>
                <a:spcPct val="100000"/>
              </a:lnSpc>
              <a:buNone/>
              <a:tabLst>
                <a:tab pos="3408363" algn="l"/>
              </a:tabLst>
            </a:pPr>
            <a:endParaRPr lang="en-US" sz="1400" dirty="0"/>
          </a:p>
          <a:p>
            <a:pPr marL="0" indent="0" algn="ctr">
              <a:lnSpc>
                <a:spcPct val="100000"/>
              </a:lnSpc>
              <a:buNone/>
              <a:tabLst>
                <a:tab pos="3408363" algn="l"/>
              </a:tabLst>
            </a:pPr>
            <a:endParaRPr lang="en-US" sz="1400" dirty="0"/>
          </a:p>
          <a:p>
            <a:pPr>
              <a:lnSpc>
                <a:spcPct val="100000"/>
              </a:lnSpc>
              <a:tabLst>
                <a:tab pos="3408363" algn="l"/>
              </a:tabLst>
            </a:pPr>
            <a:endParaRPr lang="en-GB" dirty="0"/>
          </a:p>
        </p:txBody>
      </p:sp>
      <p:sp>
        <p:nvSpPr>
          <p:cNvPr id="3" name="Content Placeholder 2">
            <a:extLst>
              <a:ext uri="{FF2B5EF4-FFF2-40B4-BE49-F238E27FC236}">
                <a16:creationId xmlns:a16="http://schemas.microsoft.com/office/drawing/2014/main" id="{6ABAA292-46F5-784F-3535-D9F1CBD6560A}"/>
              </a:ext>
            </a:extLst>
          </p:cNvPr>
          <p:cNvSpPr>
            <a:spLocks noGrp="1"/>
          </p:cNvSpPr>
          <p:nvPr>
            <p:ph sz="half" idx="2"/>
          </p:nvPr>
        </p:nvSpPr>
        <p:spPr/>
        <p:txBody>
          <a:bodyPr/>
          <a:lstStyle/>
          <a:p>
            <a:pPr marL="0" indent="0">
              <a:lnSpc>
                <a:spcPct val="100000"/>
              </a:lnSpc>
              <a:buNone/>
              <a:tabLst>
                <a:tab pos="3408363" algn="l"/>
              </a:tabLst>
            </a:pPr>
            <a:r>
              <a:rPr lang="en-US" sz="1600" b="1" dirty="0"/>
              <a:t>Before Installing the drivers!!</a:t>
            </a:r>
          </a:p>
          <a:p>
            <a:pPr>
              <a:lnSpc>
                <a:spcPct val="100000"/>
              </a:lnSpc>
              <a:tabLst>
                <a:tab pos="3408363" algn="l"/>
              </a:tabLst>
            </a:pPr>
            <a:r>
              <a:rPr lang="en-US" sz="1400" dirty="0"/>
              <a:t>Unplug the Puzzle-Bot from the computer.</a:t>
            </a:r>
          </a:p>
          <a:p>
            <a:pPr>
              <a:lnSpc>
                <a:spcPct val="100000"/>
              </a:lnSpc>
              <a:tabLst>
                <a:tab pos="3408363" algn="l"/>
              </a:tabLst>
            </a:pPr>
            <a:r>
              <a:rPr lang="en-US" sz="1400" dirty="0"/>
              <a:t>Unzip the drivers and run the setup (some computers are required to be restarted after the installation).</a:t>
            </a:r>
          </a:p>
          <a:p>
            <a:pPr>
              <a:lnSpc>
                <a:spcPct val="100000"/>
              </a:lnSpc>
              <a:tabLst>
                <a:tab pos="3408363" algn="l"/>
              </a:tabLst>
            </a:pPr>
            <a:r>
              <a:rPr lang="en-US" sz="1400" dirty="0"/>
              <a:t>Plug the Puzzle-Bot back into the computer.</a:t>
            </a:r>
            <a:endParaRPr lang="en-GB" dirty="0"/>
          </a:p>
          <a:p>
            <a:pPr marL="0" indent="0">
              <a:buNone/>
            </a:pPr>
            <a:r>
              <a:rPr lang="en-GB" sz="1400" dirty="0"/>
              <a:t>A troubleshoot guide can be found </a:t>
            </a:r>
            <a:r>
              <a:rPr lang="en-GB" sz="1400" dirty="0">
                <a:hlinkClick r:id="rId3"/>
              </a:rPr>
              <a:t>here</a:t>
            </a:r>
            <a:r>
              <a:rPr lang="en-GB" sz="1400" dirty="0"/>
              <a:t>.</a:t>
            </a:r>
          </a:p>
        </p:txBody>
      </p:sp>
      <p:sp>
        <p:nvSpPr>
          <p:cNvPr id="4" name="Title 3">
            <a:extLst>
              <a:ext uri="{FF2B5EF4-FFF2-40B4-BE49-F238E27FC236}">
                <a16:creationId xmlns:a16="http://schemas.microsoft.com/office/drawing/2014/main" id="{97074AD3-B9DD-B1CA-5D53-AE14262AF79A}"/>
              </a:ext>
            </a:extLst>
          </p:cNvPr>
          <p:cNvSpPr>
            <a:spLocks noGrp="1"/>
          </p:cNvSpPr>
          <p:nvPr>
            <p:ph type="title"/>
          </p:nvPr>
        </p:nvSpPr>
        <p:spPr/>
        <p:txBody>
          <a:bodyPr/>
          <a:lstStyle/>
          <a:p>
            <a:r>
              <a:rPr lang="en-GB" dirty="0"/>
              <a:t>Troubleshoot</a:t>
            </a:r>
          </a:p>
        </p:txBody>
      </p:sp>
    </p:spTree>
    <p:extLst>
      <p:ext uri="{BB962C8B-B14F-4D97-AF65-F5344CB8AC3E}">
        <p14:creationId xmlns:p14="http://schemas.microsoft.com/office/powerpoint/2010/main" val="2722543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03C765-5917-4088-A42E-E198DF62C489}"/>
              </a:ext>
            </a:extLst>
          </p:cNvPr>
          <p:cNvSpPr>
            <a:spLocks noGrp="1"/>
          </p:cNvSpPr>
          <p:nvPr>
            <p:ph sz="half" idx="1"/>
          </p:nvPr>
        </p:nvSpPr>
        <p:spPr/>
        <p:txBody>
          <a:bodyPr>
            <a:normAutofit/>
          </a:bodyPr>
          <a:lstStyle/>
          <a:p>
            <a:pPr marL="0" indent="0">
              <a:lnSpc>
                <a:spcPct val="150000"/>
              </a:lnSpc>
              <a:buNone/>
              <a:tabLst>
                <a:tab pos="3408363" algn="l"/>
              </a:tabLst>
            </a:pPr>
            <a:r>
              <a:rPr lang="en-US" sz="2000" dirty="0">
                <a:latin typeface="Nexa-Bold" panose="01000000000000000000" pitchFamily="2" charset="0"/>
              </a:rPr>
              <a:t>Troubleshoot (Drivers)</a:t>
            </a:r>
          </a:p>
          <a:p>
            <a:pPr marR="0" lvl="0" fontAlgn="base">
              <a:lnSpc>
                <a:spcPct val="100000"/>
              </a:lnSpc>
              <a:spcAft>
                <a:spcPct val="0"/>
              </a:spcAft>
              <a:buClrTx/>
              <a:buSzTx/>
              <a:tabLst>
                <a:tab pos="3408363" algn="l"/>
              </a:tabLst>
            </a:pPr>
            <a:r>
              <a:rPr lang="en-GB" altLang="en-US" sz="1400" dirty="0"/>
              <a:t>My computer still not recognize the drivers even after the installation</a:t>
            </a:r>
            <a:endParaRPr lang="en-US" altLang="en-US" sz="1400" dirty="0"/>
          </a:p>
          <a:p>
            <a:pPr marR="0" lvl="0" fontAlgn="base">
              <a:lnSpc>
                <a:spcPct val="100000"/>
              </a:lnSpc>
              <a:spcAft>
                <a:spcPct val="0"/>
              </a:spcAft>
              <a:buClrTx/>
              <a:buSzTx/>
              <a:tabLst>
                <a:tab pos="3408363" algn="l"/>
              </a:tabLst>
            </a:pPr>
            <a:r>
              <a:rPr lang="en-GB" altLang="en-US" sz="1400" dirty="0"/>
              <a:t>Plug the Puzzle-Bot into the USB port.</a:t>
            </a:r>
            <a:endParaRPr lang="en-US" altLang="en-US" sz="1400" dirty="0"/>
          </a:p>
          <a:p>
            <a:pPr marR="0" lvl="0" fontAlgn="base">
              <a:lnSpc>
                <a:spcPct val="100000"/>
              </a:lnSpc>
              <a:spcAft>
                <a:spcPct val="0"/>
              </a:spcAft>
              <a:buClrTx/>
              <a:buSzTx/>
              <a:tabLst>
                <a:tab pos="3408363" algn="l"/>
              </a:tabLst>
            </a:pPr>
            <a:r>
              <a:rPr lang="en-GB" altLang="en-US" sz="1400" dirty="0"/>
              <a:t>Go to Start &gt; Device Manager.</a:t>
            </a:r>
            <a:endParaRPr lang="en-US" altLang="en-US" sz="1400" dirty="0"/>
          </a:p>
          <a:p>
            <a:pPr marR="0" lvl="0" fontAlgn="base">
              <a:lnSpc>
                <a:spcPct val="100000"/>
              </a:lnSpc>
              <a:spcAft>
                <a:spcPct val="0"/>
              </a:spcAft>
              <a:buClrTx/>
              <a:buSzTx/>
              <a:tabLst>
                <a:tab pos="3408363" algn="l"/>
              </a:tabLst>
            </a:pPr>
            <a:r>
              <a:rPr lang="en-GB" altLang="en-US" sz="1400" dirty="0"/>
              <a:t>Look for the USB Serial Converter as shown in the following picture.</a:t>
            </a:r>
            <a:endParaRPr lang="en-US" altLang="en-US" sz="1400" dirty="0"/>
          </a:p>
          <a:p>
            <a:pPr>
              <a:lnSpc>
                <a:spcPct val="100000"/>
              </a:lnSpc>
              <a:tabLst>
                <a:tab pos="3408363" algn="l"/>
              </a:tabLst>
            </a:pPr>
            <a:endParaRPr lang="en-US" sz="1400" dirty="0"/>
          </a:p>
          <a:p>
            <a:pPr marL="0" indent="0" algn="ctr">
              <a:lnSpc>
                <a:spcPct val="100000"/>
              </a:lnSpc>
              <a:buNone/>
              <a:tabLst>
                <a:tab pos="3408363" algn="l"/>
              </a:tabLst>
            </a:pPr>
            <a:endParaRPr lang="en-US" sz="1400" dirty="0"/>
          </a:p>
          <a:p>
            <a:pPr>
              <a:lnSpc>
                <a:spcPct val="100000"/>
              </a:lnSpc>
              <a:tabLst>
                <a:tab pos="3408363" algn="l"/>
              </a:tabLst>
            </a:pPr>
            <a:endParaRPr lang="en-GB" dirty="0"/>
          </a:p>
        </p:txBody>
      </p:sp>
      <p:sp>
        <p:nvSpPr>
          <p:cNvPr id="3" name="Content Placeholder 2">
            <a:extLst>
              <a:ext uri="{FF2B5EF4-FFF2-40B4-BE49-F238E27FC236}">
                <a16:creationId xmlns:a16="http://schemas.microsoft.com/office/drawing/2014/main" id="{6ABAA292-46F5-784F-3535-D9F1CBD6560A}"/>
              </a:ext>
            </a:extLst>
          </p:cNvPr>
          <p:cNvSpPr>
            <a:spLocks noGrp="1"/>
          </p:cNvSpPr>
          <p:nvPr>
            <p:ph sz="half" idx="2"/>
          </p:nvPr>
        </p:nvSpPr>
        <p:spPr/>
        <p:txBody>
          <a:bodyPr/>
          <a:lstStyle/>
          <a:p>
            <a:pPr fontAlgn="base">
              <a:lnSpc>
                <a:spcPct val="100000"/>
              </a:lnSpc>
              <a:spcAft>
                <a:spcPct val="0"/>
              </a:spcAft>
              <a:tabLst>
                <a:tab pos="3408363" algn="l"/>
              </a:tabLst>
            </a:pPr>
            <a:r>
              <a:rPr lang="en-US" altLang="en-US" sz="1400" dirty="0"/>
              <a:t>Right Click to Properties &gt; Advanced Tab.</a:t>
            </a:r>
          </a:p>
          <a:p>
            <a:pPr fontAlgn="base">
              <a:lnSpc>
                <a:spcPct val="100000"/>
              </a:lnSpc>
              <a:spcAft>
                <a:spcPct val="0"/>
              </a:spcAft>
              <a:tabLst>
                <a:tab pos="3408363" algn="l"/>
              </a:tabLst>
            </a:pPr>
            <a:r>
              <a:rPr lang="en-US" altLang="en-US" sz="1400" dirty="0"/>
              <a:t>Make sure the Load VCP box is checked.</a:t>
            </a:r>
          </a:p>
          <a:p>
            <a:pPr fontAlgn="base">
              <a:lnSpc>
                <a:spcPct val="100000"/>
              </a:lnSpc>
              <a:spcAft>
                <a:spcPct val="0"/>
              </a:spcAft>
              <a:tabLst>
                <a:tab pos="3408363" algn="l"/>
              </a:tabLst>
            </a:pPr>
            <a:r>
              <a:rPr lang="en-US" altLang="en-US" sz="1400" dirty="0"/>
              <a:t>Reconnect the Puzzle-Bot to the computer.</a:t>
            </a:r>
          </a:p>
        </p:txBody>
      </p:sp>
      <p:sp>
        <p:nvSpPr>
          <p:cNvPr id="4" name="Title 3">
            <a:extLst>
              <a:ext uri="{FF2B5EF4-FFF2-40B4-BE49-F238E27FC236}">
                <a16:creationId xmlns:a16="http://schemas.microsoft.com/office/drawing/2014/main" id="{97074AD3-B9DD-B1CA-5D53-AE14262AF79A}"/>
              </a:ext>
            </a:extLst>
          </p:cNvPr>
          <p:cNvSpPr>
            <a:spLocks noGrp="1"/>
          </p:cNvSpPr>
          <p:nvPr>
            <p:ph type="title"/>
          </p:nvPr>
        </p:nvSpPr>
        <p:spPr/>
        <p:txBody>
          <a:bodyPr/>
          <a:lstStyle/>
          <a:p>
            <a:r>
              <a:rPr lang="en-GB" dirty="0"/>
              <a:t>Troubleshoot</a:t>
            </a:r>
          </a:p>
        </p:txBody>
      </p:sp>
      <p:pic>
        <p:nvPicPr>
          <p:cNvPr id="1026" name="Picture 128" descr="Graphical user interface, text, application&#10;&#10;Description automatically generated">
            <a:extLst>
              <a:ext uri="{FF2B5EF4-FFF2-40B4-BE49-F238E27FC236}">
                <a16:creationId xmlns:a16="http://schemas.microsoft.com/office/drawing/2014/main" id="{684F1CC8-C697-6E62-C7E3-FD270619B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663" y="4300266"/>
            <a:ext cx="2857500" cy="2081213"/>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29" descr="Graphical user interface, text, application, email&#10;&#10;Description automatically generated">
            <a:extLst>
              <a:ext uri="{FF2B5EF4-FFF2-40B4-BE49-F238E27FC236}">
                <a16:creationId xmlns:a16="http://schemas.microsoft.com/office/drawing/2014/main" id="{FB36871E-B3E7-50FC-2547-B68DDD67F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0943" y="3290941"/>
            <a:ext cx="2424113" cy="2767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635B6BEB-87A5-0D86-2774-0CACDC8B6EB8}"/>
              </a:ext>
            </a:extLst>
          </p:cNvPr>
          <p:cNvSpPr>
            <a:spLocks noChangeArrowheads="1"/>
          </p:cNvSpPr>
          <p:nvPr/>
        </p:nvSpPr>
        <p:spPr bwMode="auto">
          <a:xfrm>
            <a:off x="7696199" y="6403443"/>
            <a:ext cx="21335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400" dirty="0">
                <a:solidFill>
                  <a:schemeClr val="bg2">
                    <a:lumMod val="50000"/>
                  </a:schemeClr>
                </a:solidFill>
                <a:latin typeface="Nexa-Bold" panose="01000000000000000000" pitchFamily="2" charset="0"/>
              </a:rPr>
              <a:t>FIGURE: VCP PORT</a:t>
            </a:r>
          </a:p>
        </p:txBody>
      </p:sp>
      <p:sp>
        <p:nvSpPr>
          <p:cNvPr id="9" name="TextBox 8">
            <a:extLst>
              <a:ext uri="{FF2B5EF4-FFF2-40B4-BE49-F238E27FC236}">
                <a16:creationId xmlns:a16="http://schemas.microsoft.com/office/drawing/2014/main" id="{4C658327-CA3F-F5F1-5D9D-A94AB1D25BD8}"/>
              </a:ext>
            </a:extLst>
          </p:cNvPr>
          <p:cNvSpPr txBox="1"/>
          <p:nvPr/>
        </p:nvSpPr>
        <p:spPr>
          <a:xfrm>
            <a:off x="1127381" y="6398740"/>
            <a:ext cx="3336708"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bg2">
                    <a:lumMod val="50000"/>
                  </a:schemeClr>
                </a:solidFill>
                <a:latin typeface="Nexa-Bold" panose="01000000000000000000" pitchFamily="2" charset="0"/>
              </a:rPr>
              <a:t>FIGURE: USB SERIAL CONVERTER</a:t>
            </a:r>
          </a:p>
        </p:txBody>
      </p:sp>
    </p:spTree>
    <p:extLst>
      <p:ext uri="{BB962C8B-B14F-4D97-AF65-F5344CB8AC3E}">
        <p14:creationId xmlns:p14="http://schemas.microsoft.com/office/powerpoint/2010/main" val="937203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FDCD8C-62C3-0B6B-B110-5276C3E402C4}"/>
              </a:ext>
            </a:extLst>
          </p:cNvPr>
          <p:cNvSpPr>
            <a:spLocks noGrp="1"/>
          </p:cNvSpPr>
          <p:nvPr>
            <p:ph sz="half" idx="1"/>
          </p:nvPr>
        </p:nvSpPr>
        <p:spPr>
          <a:xfrm>
            <a:off x="838200" y="1825624"/>
            <a:ext cx="5181600" cy="4961381"/>
          </a:xfrm>
        </p:spPr>
        <p:txBody>
          <a:bodyPr>
            <a:normAutofit lnSpcReduction="10000"/>
          </a:bodyPr>
          <a:lstStyle/>
          <a:p>
            <a:pPr marL="0" indent="0">
              <a:lnSpc>
                <a:spcPct val="150000"/>
              </a:lnSpc>
              <a:buNone/>
            </a:pPr>
            <a:r>
              <a:rPr lang="en-US" sz="2000" b="1" dirty="0" err="1">
                <a:latin typeface="Nexa-Bold" panose="01000000000000000000" pitchFamily="2" charset="0"/>
              </a:rPr>
              <a:t>Rosserial</a:t>
            </a:r>
            <a:r>
              <a:rPr lang="en-US" sz="2000" b="1" dirty="0">
                <a:latin typeface="Nexa-Bold" panose="01000000000000000000" pitchFamily="2" charset="0"/>
              </a:rPr>
              <a:t>: Mismatched Protocol Error</a:t>
            </a:r>
          </a:p>
          <a:p>
            <a:pPr>
              <a:lnSpc>
                <a:spcPct val="150000"/>
              </a:lnSpc>
            </a:pPr>
            <a:r>
              <a:rPr lang="en-US" sz="1400" dirty="0"/>
              <a:t>When using </a:t>
            </a:r>
            <a:r>
              <a:rPr lang="en-US" sz="1400" dirty="0" err="1"/>
              <a:t>rosserial</a:t>
            </a:r>
            <a:r>
              <a:rPr lang="en-US" sz="1400" dirty="0"/>
              <a:t> with Arduino, the ESP32 or the </a:t>
            </a:r>
            <a:r>
              <a:rPr lang="en-US" sz="1400" dirty="0" err="1"/>
              <a:t>Hackerboard</a:t>
            </a:r>
            <a:r>
              <a:rPr lang="en-US" sz="1400" dirty="0"/>
              <a:t> in Ubuntu, if the following error message appears:</a:t>
            </a:r>
          </a:p>
          <a:p>
            <a:pPr marL="0" indent="0">
              <a:lnSpc>
                <a:spcPct val="150000"/>
              </a:lnSpc>
              <a:buNone/>
            </a:pPr>
            <a:r>
              <a:rPr lang="en-US" sz="1200" i="1" dirty="0"/>
              <a:t>Mismatched protocol version in packet (b'\</a:t>
            </a:r>
            <a:r>
              <a:rPr lang="en-US" sz="1200" i="1" dirty="0" err="1"/>
              <a:t>xbd</a:t>
            </a:r>
            <a:r>
              <a:rPr lang="en-US" sz="1200" i="1" dirty="0"/>
              <a:t>'): lost sync or </a:t>
            </a:r>
            <a:r>
              <a:rPr lang="en-US" sz="1200" i="1" dirty="0" err="1"/>
              <a:t>rosserial_python</a:t>
            </a:r>
            <a:r>
              <a:rPr lang="en-US" sz="1200" i="1" dirty="0"/>
              <a:t> is from different </a:t>
            </a:r>
            <a:r>
              <a:rPr lang="en-US" sz="1200" i="1" dirty="0" err="1"/>
              <a:t>ros</a:t>
            </a:r>
            <a:r>
              <a:rPr lang="en-US" sz="1200" i="1" dirty="0"/>
              <a:t> release than the </a:t>
            </a:r>
            <a:r>
              <a:rPr lang="en-US" sz="1200" i="1" dirty="0" err="1"/>
              <a:t>rosserial</a:t>
            </a:r>
            <a:r>
              <a:rPr lang="en-US" sz="1200" i="1" dirty="0"/>
              <a:t> client</a:t>
            </a:r>
          </a:p>
          <a:p>
            <a:pPr marL="0" indent="0">
              <a:lnSpc>
                <a:spcPct val="150000"/>
              </a:lnSpc>
              <a:buNone/>
            </a:pPr>
            <a:r>
              <a:rPr lang="en-GB" sz="1400" dirty="0"/>
              <a:t>Please note that the error message may be slightly different.</a:t>
            </a:r>
          </a:p>
          <a:p>
            <a:pPr>
              <a:lnSpc>
                <a:spcPct val="150000"/>
              </a:lnSpc>
            </a:pPr>
            <a:r>
              <a:rPr lang="en-GB" sz="1400" dirty="0"/>
              <a:t>Go to your sketchbook (Arduino) Folder, in ubuntu or windows.</a:t>
            </a:r>
          </a:p>
          <a:p>
            <a:pPr lvl="1">
              <a:lnSpc>
                <a:spcPct val="150000"/>
              </a:lnSpc>
            </a:pPr>
            <a:r>
              <a:rPr lang="en-GB" sz="1000" dirty="0"/>
              <a:t>In ubuntu, is usually located in “home”. The folder address can be seen in File&gt;Preferences&gt;Sketchbook Location.</a:t>
            </a:r>
          </a:p>
          <a:p>
            <a:pPr lvl="1">
              <a:lnSpc>
                <a:spcPct val="150000"/>
              </a:lnSpc>
            </a:pPr>
            <a:r>
              <a:rPr lang="en-GB" sz="1000" dirty="0"/>
              <a:t>In Windows, is usually located in “/Documents/Arduino/”. The folder address can be seen in File&gt;Preferences&gt;Sketchbook Location.</a:t>
            </a:r>
          </a:p>
          <a:p>
            <a:pPr lvl="1">
              <a:lnSpc>
                <a:spcPct val="150000"/>
              </a:lnSpc>
            </a:pPr>
            <a:endParaRPr lang="en-GB" sz="1000" dirty="0"/>
          </a:p>
          <a:p>
            <a:pPr>
              <a:lnSpc>
                <a:spcPct val="150000"/>
              </a:lnSpc>
            </a:pPr>
            <a:endParaRPr lang="en-GB" sz="1400" dirty="0"/>
          </a:p>
          <a:p>
            <a:pPr>
              <a:lnSpc>
                <a:spcPct val="150000"/>
              </a:lnSpc>
            </a:pPr>
            <a:endParaRPr lang="en-GB" sz="1400" dirty="0"/>
          </a:p>
        </p:txBody>
      </p:sp>
      <p:sp>
        <p:nvSpPr>
          <p:cNvPr id="3" name="Content Placeholder 2">
            <a:extLst>
              <a:ext uri="{FF2B5EF4-FFF2-40B4-BE49-F238E27FC236}">
                <a16:creationId xmlns:a16="http://schemas.microsoft.com/office/drawing/2014/main" id="{F684DB15-F58F-B1F4-9793-CD07DFBA0B90}"/>
              </a:ext>
            </a:extLst>
          </p:cNvPr>
          <p:cNvSpPr>
            <a:spLocks noGrp="1"/>
          </p:cNvSpPr>
          <p:nvPr>
            <p:ph sz="half" idx="2"/>
          </p:nvPr>
        </p:nvSpPr>
        <p:spPr>
          <a:xfrm>
            <a:off x="6172199" y="1825625"/>
            <a:ext cx="5868347" cy="4351338"/>
          </a:xfrm>
        </p:spPr>
        <p:txBody>
          <a:bodyPr>
            <a:normAutofit lnSpcReduction="10000"/>
          </a:bodyPr>
          <a:lstStyle/>
          <a:p>
            <a:pPr>
              <a:lnSpc>
                <a:spcPct val="150000"/>
              </a:lnSpc>
            </a:pPr>
            <a:r>
              <a:rPr lang="en-US" sz="1400" dirty="0"/>
              <a:t>Open the file </a:t>
            </a:r>
            <a:r>
              <a:rPr lang="en-US" sz="1400" dirty="0" err="1"/>
              <a:t>ros.h</a:t>
            </a:r>
            <a:r>
              <a:rPr lang="en-US" sz="1400" dirty="0"/>
              <a:t> in the Arduino/Sketchbook folder:</a:t>
            </a:r>
          </a:p>
          <a:p>
            <a:pPr marL="457200" lvl="1" indent="0" algn="ctr">
              <a:lnSpc>
                <a:spcPct val="150000"/>
              </a:lnSpc>
              <a:buNone/>
            </a:pPr>
            <a:r>
              <a:rPr lang="en-US" sz="1200" i="1" dirty="0"/>
              <a:t>~/Arduino/libraries/</a:t>
            </a:r>
            <a:r>
              <a:rPr lang="en-US" sz="1200" i="1" dirty="0" err="1"/>
              <a:t>ros_lib</a:t>
            </a:r>
            <a:r>
              <a:rPr lang="en-US" sz="1200" i="1" dirty="0"/>
              <a:t>/</a:t>
            </a:r>
            <a:r>
              <a:rPr lang="en-US" sz="1200" i="1" dirty="0" err="1"/>
              <a:t>ros.h</a:t>
            </a:r>
            <a:endParaRPr lang="en-US" sz="1200" i="1" dirty="0"/>
          </a:p>
          <a:p>
            <a:pPr marL="457200" lvl="1" indent="0" algn="ctr">
              <a:lnSpc>
                <a:spcPct val="150000"/>
              </a:lnSpc>
              <a:buNone/>
            </a:pPr>
            <a:r>
              <a:rPr lang="en-US" sz="1200" i="1" dirty="0"/>
              <a:t>~\Documents\Arduino\libraries\</a:t>
            </a:r>
            <a:r>
              <a:rPr lang="en-US" sz="1200" i="1" dirty="0" err="1"/>
              <a:t>Rosserial_Arduino_Library</a:t>
            </a:r>
            <a:r>
              <a:rPr lang="en-US" sz="1200" i="1" dirty="0"/>
              <a:t>\</a:t>
            </a:r>
            <a:r>
              <a:rPr lang="en-US" sz="1200" i="1" dirty="0" err="1"/>
              <a:t>src</a:t>
            </a:r>
            <a:r>
              <a:rPr lang="en-US" sz="1200" i="1" dirty="0"/>
              <a:t>\</a:t>
            </a:r>
            <a:r>
              <a:rPr lang="en-US" sz="1200" i="1" dirty="0" err="1"/>
              <a:t>ros.h</a:t>
            </a:r>
            <a:endParaRPr lang="en-US" sz="1200" i="1" dirty="0"/>
          </a:p>
          <a:p>
            <a:pPr>
              <a:lnSpc>
                <a:spcPct val="150000"/>
              </a:lnSpc>
            </a:pPr>
            <a:r>
              <a:rPr lang="en-US" sz="1400" dirty="0"/>
              <a:t>Modify line 40 as follows:</a:t>
            </a:r>
          </a:p>
          <a:p>
            <a:pPr>
              <a:lnSpc>
                <a:spcPct val="150000"/>
              </a:lnSpc>
            </a:pPr>
            <a:endParaRPr lang="en-US" sz="1400" i="1" dirty="0"/>
          </a:p>
          <a:p>
            <a:pPr>
              <a:lnSpc>
                <a:spcPct val="150000"/>
              </a:lnSpc>
            </a:pPr>
            <a:endParaRPr lang="en-US" sz="1400" i="1" dirty="0"/>
          </a:p>
          <a:p>
            <a:pPr>
              <a:lnSpc>
                <a:spcPct val="150000"/>
              </a:lnSpc>
            </a:pPr>
            <a:r>
              <a:rPr lang="en-US" sz="1400" dirty="0"/>
              <a:t>Save the file</a:t>
            </a:r>
          </a:p>
          <a:p>
            <a:pPr>
              <a:lnSpc>
                <a:spcPct val="150000"/>
              </a:lnSpc>
            </a:pPr>
            <a:r>
              <a:rPr lang="en-US" sz="1400" dirty="0"/>
              <a:t>Restart the Arduino IDE</a:t>
            </a:r>
          </a:p>
          <a:p>
            <a:pPr>
              <a:lnSpc>
                <a:spcPct val="150000"/>
              </a:lnSpc>
            </a:pPr>
            <a:r>
              <a:rPr lang="en-US" sz="1400" dirty="0"/>
              <a:t>Recompile and Upload the code to the </a:t>
            </a:r>
            <a:r>
              <a:rPr lang="en-US" sz="1400" dirty="0" err="1"/>
              <a:t>Hackerboard</a:t>
            </a:r>
            <a:r>
              <a:rPr lang="en-US" sz="1400" dirty="0"/>
              <a:t>/ESP32</a:t>
            </a:r>
          </a:p>
          <a:p>
            <a:pPr>
              <a:lnSpc>
                <a:spcPct val="150000"/>
              </a:lnSpc>
            </a:pPr>
            <a:r>
              <a:rPr lang="en-US" sz="1400" dirty="0"/>
              <a:t>Test the solution by connecting to the board and uploading an example using a </a:t>
            </a:r>
            <a:r>
              <a:rPr lang="en-US" sz="1400" dirty="0" err="1"/>
              <a:t>rosserial</a:t>
            </a:r>
            <a:r>
              <a:rPr lang="en-US" sz="1400" dirty="0"/>
              <a:t> example (</a:t>
            </a:r>
            <a:r>
              <a:rPr lang="en-US" sz="1400" dirty="0">
                <a:hlinkClick r:id="rId2"/>
              </a:rPr>
              <a:t>here</a:t>
            </a:r>
            <a:r>
              <a:rPr lang="en-US" sz="1400" dirty="0"/>
              <a:t>).</a:t>
            </a:r>
            <a:endParaRPr lang="en-GB" sz="1400" i="1" dirty="0"/>
          </a:p>
        </p:txBody>
      </p:sp>
      <p:sp>
        <p:nvSpPr>
          <p:cNvPr id="4" name="Title 3">
            <a:extLst>
              <a:ext uri="{FF2B5EF4-FFF2-40B4-BE49-F238E27FC236}">
                <a16:creationId xmlns:a16="http://schemas.microsoft.com/office/drawing/2014/main" id="{AC0D4001-E58D-06CC-ED42-AB73DCA32497}"/>
              </a:ext>
            </a:extLst>
          </p:cNvPr>
          <p:cNvSpPr>
            <a:spLocks noGrp="1"/>
          </p:cNvSpPr>
          <p:nvPr>
            <p:ph type="title"/>
          </p:nvPr>
        </p:nvSpPr>
        <p:spPr/>
        <p:txBody>
          <a:bodyPr/>
          <a:lstStyle/>
          <a:p>
            <a:r>
              <a:rPr lang="en-GB" dirty="0"/>
              <a:t>Troubleshoot</a:t>
            </a:r>
          </a:p>
        </p:txBody>
      </p:sp>
      <p:pic>
        <p:nvPicPr>
          <p:cNvPr id="6" name="Picture 5">
            <a:extLst>
              <a:ext uri="{FF2B5EF4-FFF2-40B4-BE49-F238E27FC236}">
                <a16:creationId xmlns:a16="http://schemas.microsoft.com/office/drawing/2014/main" id="{F6D3F2CF-2D6E-408B-8B88-8338C3503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4870" y="3349488"/>
            <a:ext cx="5171753" cy="826300"/>
          </a:xfrm>
          <a:prstGeom prst="rect">
            <a:avLst/>
          </a:prstGeom>
        </p:spPr>
      </p:pic>
    </p:spTree>
    <p:extLst>
      <p:ext uri="{BB962C8B-B14F-4D97-AF65-F5344CB8AC3E}">
        <p14:creationId xmlns:p14="http://schemas.microsoft.com/office/powerpoint/2010/main" val="630904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Thank you</a:t>
            </a:r>
          </a:p>
        </p:txBody>
      </p:sp>
    </p:spTree>
    <p:extLst>
      <p:ext uri="{BB962C8B-B14F-4D97-AF65-F5344CB8AC3E}">
        <p14:creationId xmlns:p14="http://schemas.microsoft.com/office/powerpoint/2010/main" val="1774667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T&amp;C</a:t>
            </a:r>
          </a:p>
        </p:txBody>
      </p:sp>
      <p:sp>
        <p:nvSpPr>
          <p:cNvPr id="3" name="Subtitle 2">
            <a:extLst>
              <a:ext uri="{FF2B5EF4-FFF2-40B4-BE49-F238E27FC236}">
                <a16:creationId xmlns:a16="http://schemas.microsoft.com/office/drawing/2014/main" id="{0DF30728-853D-CB16-E6B8-3F0812CE4D97}"/>
              </a:ext>
            </a:extLst>
          </p:cNvPr>
          <p:cNvSpPr>
            <a:spLocks noGrp="1"/>
          </p:cNvSpPr>
          <p:nvPr>
            <p:ph type="subTitle" idx="1"/>
          </p:nvPr>
        </p:nvSpPr>
        <p:spPr/>
        <p:txBody>
          <a:bodyPr/>
          <a:lstStyle/>
          <a:p>
            <a:r>
              <a:rPr lang="en-GB" dirty="0"/>
              <a:t>Terms and conditions</a:t>
            </a:r>
          </a:p>
        </p:txBody>
      </p:sp>
    </p:spTree>
    <p:extLst>
      <p:ext uri="{BB962C8B-B14F-4D97-AF65-F5344CB8AC3E}">
        <p14:creationId xmlns:p14="http://schemas.microsoft.com/office/powerpoint/2010/main" val="40283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6A80-AE02-89F9-C377-0834733824BA}"/>
              </a:ext>
            </a:extLst>
          </p:cNvPr>
          <p:cNvSpPr>
            <a:spLocks noGrp="1"/>
          </p:cNvSpPr>
          <p:nvPr>
            <p:ph type="title"/>
          </p:nvPr>
        </p:nvSpPr>
        <p:spPr/>
        <p:txBody>
          <a:bodyPr/>
          <a:lstStyle/>
          <a:p>
            <a:r>
              <a:rPr lang="en-GB" dirty="0"/>
              <a:t>Terms and conditions</a:t>
            </a:r>
          </a:p>
        </p:txBody>
      </p:sp>
      <p:sp>
        <p:nvSpPr>
          <p:cNvPr id="3" name="Content Placeholder 2">
            <a:extLst>
              <a:ext uri="{FF2B5EF4-FFF2-40B4-BE49-F238E27FC236}">
                <a16:creationId xmlns:a16="http://schemas.microsoft.com/office/drawing/2014/main" id="{F5AD3413-1B06-B2E0-59AA-F6B78AB70A94}"/>
              </a:ext>
            </a:extLst>
          </p:cNvPr>
          <p:cNvSpPr>
            <a:spLocks noGrp="1"/>
          </p:cNvSpPr>
          <p:nvPr>
            <p:ph idx="1"/>
          </p:nvPr>
        </p:nvSpPr>
        <p:spPr/>
        <p:txBody>
          <a:bodyPr>
            <a:normAutofit/>
          </a:bodyPr>
          <a:lstStyle/>
          <a:p>
            <a:pPr algn="l">
              <a:lnSpc>
                <a:spcPct val="150000"/>
              </a:lnSpc>
            </a:pPr>
            <a:r>
              <a:rPr lang="en-GB" sz="1400" b="0" i="1" dirty="0">
                <a:solidFill>
                  <a:srgbClr val="1F2328"/>
                </a:solidFill>
                <a:effectLst/>
                <a:latin typeface="Nexa ExtraLight" panose="01000000000000000000" pitchFamily="2" charset="0"/>
              </a:rPr>
              <a:t>THE PIECES, IMAGES, VIDEOS, DOCUMENTATION, ETC. SHOWN HERE ARE FOR INFORMATIVE PURPOSES ONLY. THE DESIGN IS PROPRIETARY AND CONFIDENTIAL TO MANCHESTER ROBOTICS LTD. (MCR2). THE INFORMATION, CODE, SIMULATORS, DRAWINGS, VIDEOS PRESENTATIONS ETC. CONTAINED IN THIS PRESENTATION IS THE SOLE PROPERTY OF MANCHESTER ROBOTICS LTD. ANY REPRODUCTION, RESELL, REDISTRIBUTION OR USAGE IN PART OR AS A WHOLE WITHOUT THE WRITTEN PERMISSION OF MANCHESTER ROBOTICS LTD. IS STRICTLY PROHIBITED.</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THIS PRESENTATION MAY CONTAIN LINKS TO OTHER WEBSITES OR CONTENT BELONGING TO OR ORIGINATING FROM THIRD PARTIES OR LINKS TO WEBSITES AND FEATURES IN BANNERS OR OTHER ADVERTISING. SUCH EXTERNAL LINKS ARE NOT INVESTIGATED, MONITORED, OR CHECKED FOR ACCURACY, ADEQUACY, VALIDITY, RELIABILITY, AVAILABILITY OR COMPLETENESS BY US.</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WE DO NOT WARRANT, ENDORSE, GUARANTEE, OR ASSUME RESPONSIBILITY FOR THE ACCURACY OR RELIABILITY OF ANY INFORMATION OFFERED BY THIRD-PARTY WEBSITES LINKED THROUGH THE SITE OR ANY WEBSITE OR FEATURE LINKED IN ANY BANNER OR OTHER ADVERTISING.</a:t>
            </a:r>
            <a:endParaRPr lang="en-GB" sz="1400" b="0" i="0" dirty="0">
              <a:solidFill>
                <a:srgbClr val="1F2328"/>
              </a:solidFill>
              <a:effectLst/>
              <a:latin typeface="Nexa ExtraLight" panose="01000000000000000000" pitchFamily="2" charset="0"/>
            </a:endParaRPr>
          </a:p>
          <a:p>
            <a:endParaRPr lang="en-GB" dirty="0"/>
          </a:p>
        </p:txBody>
      </p:sp>
    </p:spTree>
    <p:extLst>
      <p:ext uri="{BB962C8B-B14F-4D97-AF65-F5344CB8AC3E}">
        <p14:creationId xmlns:p14="http://schemas.microsoft.com/office/powerpoint/2010/main" val="2483843246"/>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1578</Words>
  <Application>Microsoft Office PowerPoint</Application>
  <PresentationFormat>Widescreen</PresentationFormat>
  <Paragraphs>150</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Calibri</vt:lpstr>
      <vt:lpstr>Calibri Light</vt:lpstr>
      <vt:lpstr>Consolas</vt:lpstr>
      <vt:lpstr>courier</vt:lpstr>
      <vt:lpstr>Nexa Bold</vt:lpstr>
      <vt:lpstr>Nexa ExtraLight</vt:lpstr>
      <vt:lpstr>Nexa-Bold</vt:lpstr>
      <vt:lpstr>Nexa-Book</vt:lpstr>
      <vt:lpstr>Nexa-Light</vt:lpstr>
      <vt:lpstr>MCR2 Theme</vt:lpstr>
      <vt:lpstr>Rosserial and Arduino IDE</vt:lpstr>
      <vt:lpstr>Arduino IDE</vt:lpstr>
      <vt:lpstr>Arduino IDE</vt:lpstr>
      <vt:lpstr>Arduino IDE-ESP32 Setup</vt:lpstr>
      <vt:lpstr>Install the ROS Libraries for Arduino (If needed)</vt:lpstr>
      <vt:lpstr>Port Permissions (Ubuntu)</vt:lpstr>
      <vt:lpstr>Troubleshoot</vt:lpstr>
      <vt:lpstr>USB Ports in VM</vt:lpstr>
      <vt:lpstr>Troubleshoot</vt:lpstr>
      <vt:lpstr>Troubleshoot</vt:lpstr>
      <vt:lpstr>Troubleshoot</vt:lpstr>
      <vt:lpstr>Troubleshoot</vt:lpstr>
      <vt:lpstr>Troubleshoot</vt:lpstr>
      <vt:lpstr>Thank you</vt:lpstr>
      <vt:lpstr>T&amp;C</vt:lpstr>
      <vt:lpstr>Terms and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 Martinez</dc:creator>
  <cp:lastModifiedBy>Mario Martinez</cp:lastModifiedBy>
  <cp:revision>22</cp:revision>
  <dcterms:created xsi:type="dcterms:W3CDTF">2022-11-10T18:38:46Z</dcterms:created>
  <dcterms:modified xsi:type="dcterms:W3CDTF">2026-09-07T19:50:12Z</dcterms:modified>
</cp:coreProperties>
</file>