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9" r:id="rId4"/>
    <p:sldId id="270" r:id="rId5"/>
    <p:sldId id="271" r:id="rId6"/>
    <p:sldId id="273" r:id="rId7"/>
    <p:sldId id="285" r:id="rId8"/>
    <p:sldId id="278" r:id="rId9"/>
    <p:sldId id="279" r:id="rId10"/>
    <p:sldId id="286" r:id="rId11"/>
    <p:sldId id="280" r:id="rId12"/>
    <p:sldId id="281" r:id="rId13"/>
    <p:sldId id="282" r:id="rId14"/>
    <p:sldId id="276" r:id="rId15"/>
    <p:sldId id="274" r:id="rId16"/>
    <p:sldId id="277" r:id="rId17"/>
    <p:sldId id="287" r:id="rId18"/>
    <p:sldId id="283" r:id="rId19"/>
    <p:sldId id="284" r:id="rId20"/>
    <p:sldId id="288" r:id="rId21"/>
    <p:sldId id="289" r:id="rId22"/>
    <p:sldId id="290" r:id="rId23"/>
    <p:sldId id="275" r:id="rId24"/>
    <p:sldId id="29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4F2"/>
    <a:srgbClr val="01CCFF"/>
    <a:srgbClr val="0DC0FF"/>
    <a:srgbClr val="05B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790588-AFD2-4F20-A13F-382AB4BB4319}" v="6" dt="2026-09-07T20:08:41.0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varScale="1">
        <p:scale>
          <a:sx n="105" d="100"/>
          <a:sy n="105" d="100"/>
        </p:scale>
        <p:origin x="92"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 Martinez" userId="3a8698ea-445f-4751-a923-c95ba728fd8c" providerId="ADAL" clId="{3BBAF674-EF7C-4A66-896E-E877E5FF3859}"/>
    <pc:docChg chg="addSld delSld modSld">
      <pc:chgData name="Mario Martinez" userId="3a8698ea-445f-4751-a923-c95ba728fd8c" providerId="ADAL" clId="{3BBAF674-EF7C-4A66-896E-E877E5FF3859}" dt="2026-09-07T20:11:42.158" v="94" actId="47"/>
      <pc:docMkLst>
        <pc:docMk/>
      </pc:docMkLst>
      <pc:sldChg chg="addSp delSp modSp new del mod">
        <pc:chgData name="Mario Martinez" userId="3a8698ea-445f-4751-a923-c95ba728fd8c" providerId="ADAL" clId="{3BBAF674-EF7C-4A66-896E-E877E5FF3859}" dt="2026-09-07T20:11:42.158" v="94" actId="47"/>
        <pc:sldMkLst>
          <pc:docMk/>
          <pc:sldMk cId="3503885849" sldId="292"/>
        </pc:sldMkLst>
        <pc:grpChg chg="del mod">
          <ac:chgData name="Mario Martinez" userId="3a8698ea-445f-4751-a923-c95ba728fd8c" providerId="ADAL" clId="{3BBAF674-EF7C-4A66-896E-E877E5FF3859}" dt="2026-09-07T20:07:32.653" v="26"/>
          <ac:grpSpMkLst>
            <pc:docMk/>
            <pc:sldMk cId="3503885849" sldId="292"/>
            <ac:grpSpMk id="4" creationId="{435C8492-1124-AAE9-3963-7EB85C51ECFC}"/>
          </ac:grpSpMkLst>
        </pc:grpChg>
        <pc:grpChg chg="mod">
          <ac:chgData name="Mario Martinez" userId="3a8698ea-445f-4751-a923-c95ba728fd8c" providerId="ADAL" clId="{3BBAF674-EF7C-4A66-896E-E877E5FF3859}" dt="2026-09-07T20:07:32.653" v="26"/>
          <ac:grpSpMkLst>
            <pc:docMk/>
            <pc:sldMk cId="3503885849" sldId="292"/>
            <ac:grpSpMk id="27" creationId="{230BEDC0-FC88-36EE-B8CF-C518B16F8673}"/>
          </ac:grpSpMkLst>
        </pc:grpChg>
        <pc:inkChg chg="add mod">
          <ac:chgData name="Mario Martinez" userId="3a8698ea-445f-4751-a923-c95ba728fd8c" providerId="ADAL" clId="{3BBAF674-EF7C-4A66-896E-E877E5FF3859}" dt="2026-09-07T20:07:23.308" v="3"/>
          <ac:inkMkLst>
            <pc:docMk/>
            <pc:sldMk cId="3503885849" sldId="292"/>
            <ac:inkMk id="2" creationId="{4FD067FD-0673-D22B-00C0-3A87BFE7A2AB}"/>
          </ac:inkMkLst>
        </pc:inkChg>
        <pc:inkChg chg="add mod">
          <ac:chgData name="Mario Martinez" userId="3a8698ea-445f-4751-a923-c95ba728fd8c" providerId="ADAL" clId="{3BBAF674-EF7C-4A66-896E-E877E5FF3859}" dt="2026-09-07T20:07:32.653" v="26"/>
          <ac:inkMkLst>
            <pc:docMk/>
            <pc:sldMk cId="3503885849" sldId="292"/>
            <ac:inkMk id="3" creationId="{243AB51E-2BC0-434D-4B27-1A962B08924A}"/>
          </ac:inkMkLst>
        </pc:inkChg>
        <pc:inkChg chg="add mod">
          <ac:chgData name="Mario Martinez" userId="3a8698ea-445f-4751-a923-c95ba728fd8c" providerId="ADAL" clId="{3BBAF674-EF7C-4A66-896E-E877E5FF3859}" dt="2026-09-07T20:07:32.653" v="26"/>
          <ac:inkMkLst>
            <pc:docMk/>
            <pc:sldMk cId="3503885849" sldId="292"/>
            <ac:inkMk id="5" creationId="{6F371104-C6C9-F9B7-A1BB-4613D0999D87}"/>
          </ac:inkMkLst>
        </pc:inkChg>
        <pc:inkChg chg="add">
          <ac:chgData name="Mario Martinez" userId="3a8698ea-445f-4751-a923-c95ba728fd8c" providerId="ADAL" clId="{3BBAF674-EF7C-4A66-896E-E877E5FF3859}" dt="2026-09-07T20:07:24.246" v="5" actId="9405"/>
          <ac:inkMkLst>
            <pc:docMk/>
            <pc:sldMk cId="3503885849" sldId="292"/>
            <ac:inkMk id="6" creationId="{3177343E-766A-D06A-900E-7365ED435C85}"/>
          </ac:inkMkLst>
        </pc:inkChg>
        <pc:inkChg chg="add">
          <ac:chgData name="Mario Martinez" userId="3a8698ea-445f-4751-a923-c95ba728fd8c" providerId="ADAL" clId="{3BBAF674-EF7C-4A66-896E-E877E5FF3859}" dt="2026-09-07T20:07:24.542" v="6" actId="9405"/>
          <ac:inkMkLst>
            <pc:docMk/>
            <pc:sldMk cId="3503885849" sldId="292"/>
            <ac:inkMk id="7" creationId="{384DF2C9-706B-71F9-E57F-9813AE30FD9E}"/>
          </ac:inkMkLst>
        </pc:inkChg>
        <pc:inkChg chg="add">
          <ac:chgData name="Mario Martinez" userId="3a8698ea-445f-4751-a923-c95ba728fd8c" providerId="ADAL" clId="{3BBAF674-EF7C-4A66-896E-E877E5FF3859}" dt="2026-09-07T20:07:24.980" v="7" actId="9405"/>
          <ac:inkMkLst>
            <pc:docMk/>
            <pc:sldMk cId="3503885849" sldId="292"/>
            <ac:inkMk id="8" creationId="{8B269927-8467-6CAC-EEF0-BB71DB0A4566}"/>
          </ac:inkMkLst>
        </pc:inkChg>
        <pc:inkChg chg="add">
          <ac:chgData name="Mario Martinez" userId="3a8698ea-445f-4751-a923-c95ba728fd8c" providerId="ADAL" clId="{3BBAF674-EF7C-4A66-896E-E877E5FF3859}" dt="2026-09-07T20:07:25.319" v="8" actId="9405"/>
          <ac:inkMkLst>
            <pc:docMk/>
            <pc:sldMk cId="3503885849" sldId="292"/>
            <ac:inkMk id="9" creationId="{BA4A0A1A-C5CE-17F8-9D2E-BF8E0632EBAB}"/>
          </ac:inkMkLst>
        </pc:inkChg>
        <pc:inkChg chg="add">
          <ac:chgData name="Mario Martinez" userId="3a8698ea-445f-4751-a923-c95ba728fd8c" providerId="ADAL" clId="{3BBAF674-EF7C-4A66-896E-E877E5FF3859}" dt="2026-09-07T20:07:25.673" v="9" actId="9405"/>
          <ac:inkMkLst>
            <pc:docMk/>
            <pc:sldMk cId="3503885849" sldId="292"/>
            <ac:inkMk id="10" creationId="{355F2CE7-B5FE-1F06-35A5-F249693EF522}"/>
          </ac:inkMkLst>
        </pc:inkChg>
        <pc:inkChg chg="add">
          <ac:chgData name="Mario Martinez" userId="3a8698ea-445f-4751-a923-c95ba728fd8c" providerId="ADAL" clId="{3BBAF674-EF7C-4A66-896E-E877E5FF3859}" dt="2026-09-07T20:07:26.549" v="10" actId="9405"/>
          <ac:inkMkLst>
            <pc:docMk/>
            <pc:sldMk cId="3503885849" sldId="292"/>
            <ac:inkMk id="11" creationId="{BA67B8B8-321F-4994-71F2-3E265DD22D8D}"/>
          </ac:inkMkLst>
        </pc:inkChg>
        <pc:inkChg chg="add mod">
          <ac:chgData name="Mario Martinez" userId="3a8698ea-445f-4751-a923-c95ba728fd8c" providerId="ADAL" clId="{3BBAF674-EF7C-4A66-896E-E877E5FF3859}" dt="2026-09-07T20:07:32.653" v="26"/>
          <ac:inkMkLst>
            <pc:docMk/>
            <pc:sldMk cId="3503885849" sldId="292"/>
            <ac:inkMk id="12" creationId="{E487B5B2-9E8D-54A5-FC95-F8F999180B0D}"/>
          </ac:inkMkLst>
        </pc:inkChg>
        <pc:inkChg chg="add mod">
          <ac:chgData name="Mario Martinez" userId="3a8698ea-445f-4751-a923-c95ba728fd8c" providerId="ADAL" clId="{3BBAF674-EF7C-4A66-896E-E877E5FF3859}" dt="2026-09-07T20:07:32.653" v="26"/>
          <ac:inkMkLst>
            <pc:docMk/>
            <pc:sldMk cId="3503885849" sldId="292"/>
            <ac:inkMk id="13" creationId="{1FE03B68-3B61-B4DE-D0E2-891F3580C6FE}"/>
          </ac:inkMkLst>
        </pc:inkChg>
        <pc:inkChg chg="add mod">
          <ac:chgData name="Mario Martinez" userId="3a8698ea-445f-4751-a923-c95ba728fd8c" providerId="ADAL" clId="{3BBAF674-EF7C-4A66-896E-E877E5FF3859}" dt="2026-09-07T20:07:32.653" v="26"/>
          <ac:inkMkLst>
            <pc:docMk/>
            <pc:sldMk cId="3503885849" sldId="292"/>
            <ac:inkMk id="14" creationId="{5191B25B-C62F-FD07-A891-B01D37C72E33}"/>
          </ac:inkMkLst>
        </pc:inkChg>
        <pc:inkChg chg="add">
          <ac:chgData name="Mario Martinez" userId="3a8698ea-445f-4751-a923-c95ba728fd8c" providerId="ADAL" clId="{3BBAF674-EF7C-4A66-896E-E877E5FF3859}" dt="2026-09-07T20:07:27.943" v="14" actId="9405"/>
          <ac:inkMkLst>
            <pc:docMk/>
            <pc:sldMk cId="3503885849" sldId="292"/>
            <ac:inkMk id="15" creationId="{B10F5FB2-091C-CBA0-9470-42EF91A7FD07}"/>
          </ac:inkMkLst>
        </pc:inkChg>
        <pc:inkChg chg="add">
          <ac:chgData name="Mario Martinez" userId="3a8698ea-445f-4751-a923-c95ba728fd8c" providerId="ADAL" clId="{3BBAF674-EF7C-4A66-896E-E877E5FF3859}" dt="2026-09-07T20:07:28.281" v="15" actId="9405"/>
          <ac:inkMkLst>
            <pc:docMk/>
            <pc:sldMk cId="3503885849" sldId="292"/>
            <ac:inkMk id="16" creationId="{350CDD19-3804-CFE8-9AFB-8DCB81644E0F}"/>
          </ac:inkMkLst>
        </pc:inkChg>
        <pc:inkChg chg="add mod">
          <ac:chgData name="Mario Martinez" userId="3a8698ea-445f-4751-a923-c95ba728fd8c" providerId="ADAL" clId="{3BBAF674-EF7C-4A66-896E-E877E5FF3859}" dt="2026-09-07T20:07:32.653" v="26"/>
          <ac:inkMkLst>
            <pc:docMk/>
            <pc:sldMk cId="3503885849" sldId="292"/>
            <ac:inkMk id="17" creationId="{614C7D06-AE7C-0BB2-246F-4FA35A1A3DBC}"/>
          </ac:inkMkLst>
        </pc:inkChg>
        <pc:inkChg chg="add">
          <ac:chgData name="Mario Martinez" userId="3a8698ea-445f-4751-a923-c95ba728fd8c" providerId="ADAL" clId="{3BBAF674-EF7C-4A66-896E-E877E5FF3859}" dt="2026-09-07T20:07:28.927" v="17" actId="9405"/>
          <ac:inkMkLst>
            <pc:docMk/>
            <pc:sldMk cId="3503885849" sldId="292"/>
            <ac:inkMk id="18" creationId="{CC7EBAD8-17BF-3D59-61FC-6E0A3337A2BF}"/>
          </ac:inkMkLst>
        </pc:inkChg>
        <pc:inkChg chg="add">
          <ac:chgData name="Mario Martinez" userId="3a8698ea-445f-4751-a923-c95ba728fd8c" providerId="ADAL" clId="{3BBAF674-EF7C-4A66-896E-E877E5FF3859}" dt="2026-09-07T20:07:29.399" v="18" actId="9405"/>
          <ac:inkMkLst>
            <pc:docMk/>
            <pc:sldMk cId="3503885849" sldId="292"/>
            <ac:inkMk id="19" creationId="{D65FE79E-06BF-B7E9-8B83-39E9929A3C03}"/>
          </ac:inkMkLst>
        </pc:inkChg>
        <pc:inkChg chg="add">
          <ac:chgData name="Mario Martinez" userId="3a8698ea-445f-4751-a923-c95ba728fd8c" providerId="ADAL" clId="{3BBAF674-EF7C-4A66-896E-E877E5FF3859}" dt="2026-09-07T20:07:29.809" v="19" actId="9405"/>
          <ac:inkMkLst>
            <pc:docMk/>
            <pc:sldMk cId="3503885849" sldId="292"/>
            <ac:inkMk id="20" creationId="{5AE2D882-A4D6-A3F6-B2E6-1B0D7122BA57}"/>
          </ac:inkMkLst>
        </pc:inkChg>
        <pc:inkChg chg="add">
          <ac:chgData name="Mario Martinez" userId="3a8698ea-445f-4751-a923-c95ba728fd8c" providerId="ADAL" clId="{3BBAF674-EF7C-4A66-896E-E877E5FF3859}" dt="2026-09-07T20:07:30.241" v="20" actId="9405"/>
          <ac:inkMkLst>
            <pc:docMk/>
            <pc:sldMk cId="3503885849" sldId="292"/>
            <ac:inkMk id="21" creationId="{04A1F502-D737-84B9-6469-2E3F51ACB902}"/>
          </ac:inkMkLst>
        </pc:inkChg>
        <pc:inkChg chg="add mod">
          <ac:chgData name="Mario Martinez" userId="3a8698ea-445f-4751-a923-c95ba728fd8c" providerId="ADAL" clId="{3BBAF674-EF7C-4A66-896E-E877E5FF3859}" dt="2026-09-07T20:07:32.653" v="26"/>
          <ac:inkMkLst>
            <pc:docMk/>
            <pc:sldMk cId="3503885849" sldId="292"/>
            <ac:inkMk id="22" creationId="{E66444DD-DCE9-14B4-338E-3D36C7186A07}"/>
          </ac:inkMkLst>
        </pc:inkChg>
        <pc:inkChg chg="add">
          <ac:chgData name="Mario Martinez" userId="3a8698ea-445f-4751-a923-c95ba728fd8c" providerId="ADAL" clId="{3BBAF674-EF7C-4A66-896E-E877E5FF3859}" dt="2026-09-07T20:07:31.043" v="22" actId="9405"/>
          <ac:inkMkLst>
            <pc:docMk/>
            <pc:sldMk cId="3503885849" sldId="292"/>
            <ac:inkMk id="23" creationId="{B37639DF-A5DE-E3A9-A719-5C138056821E}"/>
          </ac:inkMkLst>
        </pc:inkChg>
        <pc:inkChg chg="add">
          <ac:chgData name="Mario Martinez" userId="3a8698ea-445f-4751-a923-c95ba728fd8c" providerId="ADAL" clId="{3BBAF674-EF7C-4A66-896E-E877E5FF3859}" dt="2026-09-07T20:07:31.208" v="23" actId="9405"/>
          <ac:inkMkLst>
            <pc:docMk/>
            <pc:sldMk cId="3503885849" sldId="292"/>
            <ac:inkMk id="24" creationId="{3B778699-8629-FF55-4039-D8CDDE22DD80}"/>
          </ac:inkMkLst>
        </pc:inkChg>
        <pc:inkChg chg="add">
          <ac:chgData name="Mario Martinez" userId="3a8698ea-445f-4751-a923-c95ba728fd8c" providerId="ADAL" clId="{3BBAF674-EF7C-4A66-896E-E877E5FF3859}" dt="2026-09-07T20:07:31.674" v="24" actId="9405"/>
          <ac:inkMkLst>
            <pc:docMk/>
            <pc:sldMk cId="3503885849" sldId="292"/>
            <ac:inkMk id="25" creationId="{12559EA8-8549-4F74-FA47-5DA33B917B81}"/>
          </ac:inkMkLst>
        </pc:inkChg>
        <pc:inkChg chg="add mod">
          <ac:chgData name="Mario Martinez" userId="3a8698ea-445f-4751-a923-c95ba728fd8c" providerId="ADAL" clId="{3BBAF674-EF7C-4A66-896E-E877E5FF3859}" dt="2026-09-07T20:07:32.653" v="26"/>
          <ac:inkMkLst>
            <pc:docMk/>
            <pc:sldMk cId="3503885849" sldId="292"/>
            <ac:inkMk id="26" creationId="{175A64FF-76C8-248D-381B-D39ABFADC9EA}"/>
          </ac:inkMkLst>
        </pc:inkChg>
      </pc:sldChg>
      <pc:sldChg chg="addSp delSp modSp new del mod">
        <pc:chgData name="Mario Martinez" userId="3a8698ea-445f-4751-a923-c95ba728fd8c" providerId="ADAL" clId="{3BBAF674-EF7C-4A66-896E-E877E5FF3859}" dt="2026-09-07T20:11:39.873" v="93" actId="47"/>
        <pc:sldMkLst>
          <pc:docMk/>
          <pc:sldMk cId="906688483" sldId="293"/>
        </pc:sldMkLst>
        <pc:grpChg chg="del mod">
          <ac:chgData name="Mario Martinez" userId="3a8698ea-445f-4751-a923-c95ba728fd8c" providerId="ADAL" clId="{3BBAF674-EF7C-4A66-896E-E877E5FF3859}" dt="2026-09-07T20:08:02.310" v="55"/>
          <ac:grpSpMkLst>
            <pc:docMk/>
            <pc:sldMk cId="906688483" sldId="293"/>
            <ac:grpSpMk id="23" creationId="{2E58C3D2-1C3D-DCD5-1208-22022A5CFB4F}"/>
          </ac:grpSpMkLst>
        </pc:grpChg>
        <pc:grpChg chg="mod">
          <ac:chgData name="Mario Martinez" userId="3a8698ea-445f-4751-a923-c95ba728fd8c" providerId="ADAL" clId="{3BBAF674-EF7C-4A66-896E-E877E5FF3859}" dt="2026-09-07T20:08:02.310" v="55"/>
          <ac:grpSpMkLst>
            <pc:docMk/>
            <pc:sldMk cId="906688483" sldId="293"/>
            <ac:grpSpMk id="29" creationId="{745DAC2B-9E4B-38B9-3757-23B6B4C01250}"/>
          </ac:grpSpMkLst>
        </pc:grpChg>
        <pc:inkChg chg="add">
          <ac:chgData name="Mario Martinez" userId="3a8698ea-445f-4751-a923-c95ba728fd8c" providerId="ADAL" clId="{3BBAF674-EF7C-4A66-896E-E877E5FF3859}" dt="2026-09-07T20:07:51.347" v="28" actId="9405"/>
          <ac:inkMkLst>
            <pc:docMk/>
            <pc:sldMk cId="906688483" sldId="293"/>
            <ac:inkMk id="2" creationId="{9BA5BA97-D2E6-E814-7BF4-7651930808C3}"/>
          </ac:inkMkLst>
        </pc:inkChg>
        <pc:inkChg chg="add mod">
          <ac:chgData name="Mario Martinez" userId="3a8698ea-445f-4751-a923-c95ba728fd8c" providerId="ADAL" clId="{3BBAF674-EF7C-4A66-896E-E877E5FF3859}" dt="2026-09-07T20:08:02.310" v="55"/>
          <ac:inkMkLst>
            <pc:docMk/>
            <pc:sldMk cId="906688483" sldId="293"/>
            <ac:inkMk id="3" creationId="{DA3F2CEA-4AAF-5EDC-EF32-4AC112CF6C61}"/>
          </ac:inkMkLst>
        </pc:inkChg>
        <pc:inkChg chg="add">
          <ac:chgData name="Mario Martinez" userId="3a8698ea-445f-4751-a923-c95ba728fd8c" providerId="ADAL" clId="{3BBAF674-EF7C-4A66-896E-E877E5FF3859}" dt="2026-09-07T20:07:52.174" v="30" actId="9405"/>
          <ac:inkMkLst>
            <pc:docMk/>
            <pc:sldMk cId="906688483" sldId="293"/>
            <ac:inkMk id="4" creationId="{8F9CCE26-692D-6F46-5EB3-6DAB5B84D4D2}"/>
          </ac:inkMkLst>
        </pc:inkChg>
        <pc:inkChg chg="add mod">
          <ac:chgData name="Mario Martinez" userId="3a8698ea-445f-4751-a923-c95ba728fd8c" providerId="ADAL" clId="{3BBAF674-EF7C-4A66-896E-E877E5FF3859}" dt="2026-09-07T20:08:02.310" v="55"/>
          <ac:inkMkLst>
            <pc:docMk/>
            <pc:sldMk cId="906688483" sldId="293"/>
            <ac:inkMk id="5" creationId="{56415508-257B-7B25-1F35-ACE41564AC36}"/>
          </ac:inkMkLst>
        </pc:inkChg>
        <pc:inkChg chg="add mod">
          <ac:chgData name="Mario Martinez" userId="3a8698ea-445f-4751-a923-c95ba728fd8c" providerId="ADAL" clId="{3BBAF674-EF7C-4A66-896E-E877E5FF3859}" dt="2026-09-07T20:08:02.310" v="55"/>
          <ac:inkMkLst>
            <pc:docMk/>
            <pc:sldMk cId="906688483" sldId="293"/>
            <ac:inkMk id="6" creationId="{C58E135A-6170-5F0F-9F1E-3F1C529A9E9A}"/>
          </ac:inkMkLst>
        </pc:inkChg>
        <pc:inkChg chg="add mod">
          <ac:chgData name="Mario Martinez" userId="3a8698ea-445f-4751-a923-c95ba728fd8c" providerId="ADAL" clId="{3BBAF674-EF7C-4A66-896E-E877E5FF3859}" dt="2026-09-07T20:08:00.282" v="49"/>
          <ac:inkMkLst>
            <pc:docMk/>
            <pc:sldMk cId="906688483" sldId="293"/>
            <ac:inkMk id="7" creationId="{341F84B5-C2B7-E7C1-92CB-E88E68A2CBB8}"/>
          </ac:inkMkLst>
        </pc:inkChg>
        <pc:inkChg chg="add">
          <ac:chgData name="Mario Martinez" userId="3a8698ea-445f-4751-a923-c95ba728fd8c" providerId="ADAL" clId="{3BBAF674-EF7C-4A66-896E-E877E5FF3859}" dt="2026-09-07T20:07:53.928" v="34" actId="9405"/>
          <ac:inkMkLst>
            <pc:docMk/>
            <pc:sldMk cId="906688483" sldId="293"/>
            <ac:inkMk id="8" creationId="{E6D522BA-C45E-900A-7275-BDE10F001C81}"/>
          </ac:inkMkLst>
        </pc:inkChg>
        <pc:inkChg chg="add">
          <ac:chgData name="Mario Martinez" userId="3a8698ea-445f-4751-a923-c95ba728fd8c" providerId="ADAL" clId="{3BBAF674-EF7C-4A66-896E-E877E5FF3859}" dt="2026-09-07T20:07:54.133" v="35" actId="9405"/>
          <ac:inkMkLst>
            <pc:docMk/>
            <pc:sldMk cId="906688483" sldId="293"/>
            <ac:inkMk id="9" creationId="{AE7921F5-B26D-9951-E348-E9E6480B1776}"/>
          </ac:inkMkLst>
        </pc:inkChg>
        <pc:inkChg chg="add mod">
          <ac:chgData name="Mario Martinez" userId="3a8698ea-445f-4751-a923-c95ba728fd8c" providerId="ADAL" clId="{3BBAF674-EF7C-4A66-896E-E877E5FF3859}" dt="2026-09-07T20:08:00.282" v="49"/>
          <ac:inkMkLst>
            <pc:docMk/>
            <pc:sldMk cId="906688483" sldId="293"/>
            <ac:inkMk id="10" creationId="{21BDC375-DA84-9C47-B47E-221D39EBA536}"/>
          </ac:inkMkLst>
        </pc:inkChg>
        <pc:inkChg chg="add mod">
          <ac:chgData name="Mario Martinez" userId="3a8698ea-445f-4751-a923-c95ba728fd8c" providerId="ADAL" clId="{3BBAF674-EF7C-4A66-896E-E877E5FF3859}" dt="2026-09-07T20:08:02.310" v="55"/>
          <ac:inkMkLst>
            <pc:docMk/>
            <pc:sldMk cId="906688483" sldId="293"/>
            <ac:inkMk id="11" creationId="{D74AC8E3-09B2-D731-6F36-6DCB81AFEA0E}"/>
          </ac:inkMkLst>
        </pc:inkChg>
        <pc:inkChg chg="add mod">
          <ac:chgData name="Mario Martinez" userId="3a8698ea-445f-4751-a923-c95ba728fd8c" providerId="ADAL" clId="{3BBAF674-EF7C-4A66-896E-E877E5FF3859}" dt="2026-09-07T20:08:00.282" v="49"/>
          <ac:inkMkLst>
            <pc:docMk/>
            <pc:sldMk cId="906688483" sldId="293"/>
            <ac:inkMk id="12" creationId="{D9947CA8-EB22-08DA-A3A6-4746E16A5C05}"/>
          </ac:inkMkLst>
        </pc:inkChg>
        <pc:inkChg chg="add mod">
          <ac:chgData name="Mario Martinez" userId="3a8698ea-445f-4751-a923-c95ba728fd8c" providerId="ADAL" clId="{3BBAF674-EF7C-4A66-896E-E877E5FF3859}" dt="2026-09-07T20:08:02.310" v="55"/>
          <ac:inkMkLst>
            <pc:docMk/>
            <pc:sldMk cId="906688483" sldId="293"/>
            <ac:inkMk id="13" creationId="{94179836-8844-50B3-8B56-8D8DC7250B29}"/>
          </ac:inkMkLst>
        </pc:inkChg>
        <pc:inkChg chg="add mod">
          <ac:chgData name="Mario Martinez" userId="3a8698ea-445f-4751-a923-c95ba728fd8c" providerId="ADAL" clId="{3BBAF674-EF7C-4A66-896E-E877E5FF3859}" dt="2026-09-07T20:08:02.310" v="55"/>
          <ac:inkMkLst>
            <pc:docMk/>
            <pc:sldMk cId="906688483" sldId="293"/>
            <ac:inkMk id="14" creationId="{7FA01BB9-6B85-78A3-650D-3587FF923E1C}"/>
          </ac:inkMkLst>
        </pc:inkChg>
        <pc:inkChg chg="add">
          <ac:chgData name="Mario Martinez" userId="3a8698ea-445f-4751-a923-c95ba728fd8c" providerId="ADAL" clId="{3BBAF674-EF7C-4A66-896E-E877E5FF3859}" dt="2026-09-07T20:07:56.654" v="41" actId="9405"/>
          <ac:inkMkLst>
            <pc:docMk/>
            <pc:sldMk cId="906688483" sldId="293"/>
            <ac:inkMk id="15" creationId="{ECB1CB2F-18FD-EFC4-637B-55EB4A053622}"/>
          </ac:inkMkLst>
        </pc:inkChg>
        <pc:inkChg chg="add mod">
          <ac:chgData name="Mario Martinez" userId="3a8698ea-445f-4751-a923-c95ba728fd8c" providerId="ADAL" clId="{3BBAF674-EF7C-4A66-896E-E877E5FF3859}" dt="2026-09-07T20:08:00.282" v="49"/>
          <ac:inkMkLst>
            <pc:docMk/>
            <pc:sldMk cId="906688483" sldId="293"/>
            <ac:inkMk id="16" creationId="{63605900-7842-D6E1-7EC4-7851D541011E}"/>
          </ac:inkMkLst>
        </pc:inkChg>
        <pc:inkChg chg="add">
          <ac:chgData name="Mario Martinez" userId="3a8698ea-445f-4751-a923-c95ba728fd8c" providerId="ADAL" clId="{3BBAF674-EF7C-4A66-896E-E877E5FF3859}" dt="2026-09-07T20:07:57.395" v="43" actId="9405"/>
          <ac:inkMkLst>
            <pc:docMk/>
            <pc:sldMk cId="906688483" sldId="293"/>
            <ac:inkMk id="17" creationId="{1F60F188-307F-BCCC-913C-F2FD6D3926B3}"/>
          </ac:inkMkLst>
        </pc:inkChg>
        <pc:inkChg chg="add mod">
          <ac:chgData name="Mario Martinez" userId="3a8698ea-445f-4751-a923-c95ba728fd8c" providerId="ADAL" clId="{3BBAF674-EF7C-4A66-896E-E877E5FF3859}" dt="2026-09-07T20:08:00.282" v="49"/>
          <ac:inkMkLst>
            <pc:docMk/>
            <pc:sldMk cId="906688483" sldId="293"/>
            <ac:inkMk id="18" creationId="{DEB35312-AB46-07FB-C1B5-AC85A3AB573E}"/>
          </ac:inkMkLst>
        </pc:inkChg>
        <pc:inkChg chg="add">
          <ac:chgData name="Mario Martinez" userId="3a8698ea-445f-4751-a923-c95ba728fd8c" providerId="ADAL" clId="{3BBAF674-EF7C-4A66-896E-E877E5FF3859}" dt="2026-09-07T20:07:58.487" v="45" actId="9405"/>
          <ac:inkMkLst>
            <pc:docMk/>
            <pc:sldMk cId="906688483" sldId="293"/>
            <ac:inkMk id="19" creationId="{3D2B5DF8-111D-5120-616E-F7DCB13A0D9A}"/>
          </ac:inkMkLst>
        </pc:inkChg>
        <pc:inkChg chg="add mod">
          <ac:chgData name="Mario Martinez" userId="3a8698ea-445f-4751-a923-c95ba728fd8c" providerId="ADAL" clId="{3BBAF674-EF7C-4A66-896E-E877E5FF3859}" dt="2026-09-07T20:08:02.310" v="55"/>
          <ac:inkMkLst>
            <pc:docMk/>
            <pc:sldMk cId="906688483" sldId="293"/>
            <ac:inkMk id="20" creationId="{CCC50842-BD5F-BA49-69AA-AC5E82E62623}"/>
          </ac:inkMkLst>
        </pc:inkChg>
        <pc:inkChg chg="add mod">
          <ac:chgData name="Mario Martinez" userId="3a8698ea-445f-4751-a923-c95ba728fd8c" providerId="ADAL" clId="{3BBAF674-EF7C-4A66-896E-E877E5FF3859}" dt="2026-09-07T20:08:02.310" v="55"/>
          <ac:inkMkLst>
            <pc:docMk/>
            <pc:sldMk cId="906688483" sldId="293"/>
            <ac:inkMk id="21" creationId="{08FC342D-0C51-BC41-5D4A-5C4F4D55808C}"/>
          </ac:inkMkLst>
        </pc:inkChg>
        <pc:inkChg chg="add mod">
          <ac:chgData name="Mario Martinez" userId="3a8698ea-445f-4751-a923-c95ba728fd8c" providerId="ADAL" clId="{3BBAF674-EF7C-4A66-896E-E877E5FF3859}" dt="2026-09-07T20:08:00.282" v="49"/>
          <ac:inkMkLst>
            <pc:docMk/>
            <pc:sldMk cId="906688483" sldId="293"/>
            <ac:inkMk id="22" creationId="{2EF8F4A7-8432-F690-126C-B3BD5B2734B1}"/>
          </ac:inkMkLst>
        </pc:inkChg>
        <pc:inkChg chg="add">
          <ac:chgData name="Mario Martinez" userId="3a8698ea-445f-4751-a923-c95ba728fd8c" providerId="ADAL" clId="{3BBAF674-EF7C-4A66-896E-E877E5FF3859}" dt="2026-09-07T20:08:00.292" v="50" actId="9405"/>
          <ac:inkMkLst>
            <pc:docMk/>
            <pc:sldMk cId="906688483" sldId="293"/>
            <ac:inkMk id="24" creationId="{5F8B1E27-68DF-341E-565E-FB8265570E41}"/>
          </ac:inkMkLst>
        </pc:inkChg>
        <pc:inkChg chg="add">
          <ac:chgData name="Mario Martinez" userId="3a8698ea-445f-4751-a923-c95ba728fd8c" providerId="ADAL" clId="{3BBAF674-EF7C-4A66-896E-E877E5FF3859}" dt="2026-09-07T20:08:00.737" v="51" actId="9405"/>
          <ac:inkMkLst>
            <pc:docMk/>
            <pc:sldMk cId="906688483" sldId="293"/>
            <ac:inkMk id="25" creationId="{578737D9-1A81-790F-5C92-ED2E7939CE74}"/>
          </ac:inkMkLst>
        </pc:inkChg>
        <pc:inkChg chg="add">
          <ac:chgData name="Mario Martinez" userId="3a8698ea-445f-4751-a923-c95ba728fd8c" providerId="ADAL" clId="{3BBAF674-EF7C-4A66-896E-E877E5FF3859}" dt="2026-09-07T20:08:01.006" v="52" actId="9405"/>
          <ac:inkMkLst>
            <pc:docMk/>
            <pc:sldMk cId="906688483" sldId="293"/>
            <ac:inkMk id="26" creationId="{A542D2BD-1488-C71B-0C9C-163BA930B98F}"/>
          </ac:inkMkLst>
        </pc:inkChg>
        <pc:inkChg chg="add">
          <ac:chgData name="Mario Martinez" userId="3a8698ea-445f-4751-a923-c95ba728fd8c" providerId="ADAL" clId="{3BBAF674-EF7C-4A66-896E-E877E5FF3859}" dt="2026-09-07T20:08:01.430" v="53" actId="9405"/>
          <ac:inkMkLst>
            <pc:docMk/>
            <pc:sldMk cId="906688483" sldId="293"/>
            <ac:inkMk id="27" creationId="{BEF068E4-9782-E9EB-A4B1-689F2A666981}"/>
          </ac:inkMkLst>
        </pc:inkChg>
        <pc:inkChg chg="add">
          <ac:chgData name="Mario Martinez" userId="3a8698ea-445f-4751-a923-c95ba728fd8c" providerId="ADAL" clId="{3BBAF674-EF7C-4A66-896E-E877E5FF3859}" dt="2026-09-07T20:08:01.773" v="54" actId="9405"/>
          <ac:inkMkLst>
            <pc:docMk/>
            <pc:sldMk cId="906688483" sldId="293"/>
            <ac:inkMk id="28" creationId="{01AFF333-FEB2-DD76-BD70-B1F20CB1EBA4}"/>
          </ac:inkMkLst>
        </pc:inkChg>
      </pc:sldChg>
      <pc:sldChg chg="addSp delSp modSp new del mod">
        <pc:chgData name="Mario Martinez" userId="3a8698ea-445f-4751-a923-c95ba728fd8c" providerId="ADAL" clId="{3BBAF674-EF7C-4A66-896E-E877E5FF3859}" dt="2026-09-07T20:11:37.664" v="92" actId="47"/>
        <pc:sldMkLst>
          <pc:docMk/>
          <pc:sldMk cId="2316737210" sldId="294"/>
        </pc:sldMkLst>
        <pc:grpChg chg="del mod">
          <ac:chgData name="Mario Martinez" userId="3a8698ea-445f-4751-a923-c95ba728fd8c" providerId="ADAL" clId="{3BBAF674-EF7C-4A66-896E-E877E5FF3859}" dt="2026-09-07T20:08:41.090" v="91"/>
          <ac:grpSpMkLst>
            <pc:docMk/>
            <pc:sldMk cId="2316737210" sldId="294"/>
            <ac:grpSpMk id="18" creationId="{DE5FCB98-CF3B-9B77-FD7E-1388418116E3}"/>
          </ac:grpSpMkLst>
        </pc:grpChg>
        <pc:grpChg chg="del mod">
          <ac:chgData name="Mario Martinez" userId="3a8698ea-445f-4751-a923-c95ba728fd8c" providerId="ADAL" clId="{3BBAF674-EF7C-4A66-896E-E877E5FF3859}" dt="2026-09-07T20:08:41.090" v="91"/>
          <ac:grpSpMkLst>
            <pc:docMk/>
            <pc:sldMk cId="2316737210" sldId="294"/>
            <ac:grpSpMk id="19" creationId="{1AFC29F3-5340-CF92-27D0-C0A83F31C889}"/>
          </ac:grpSpMkLst>
        </pc:grpChg>
        <pc:grpChg chg="mod">
          <ac:chgData name="Mario Martinez" userId="3a8698ea-445f-4751-a923-c95ba728fd8c" providerId="ADAL" clId="{3BBAF674-EF7C-4A66-896E-E877E5FF3859}" dt="2026-09-07T20:08:41.090" v="91"/>
          <ac:grpSpMkLst>
            <pc:docMk/>
            <pc:sldMk cId="2316737210" sldId="294"/>
            <ac:grpSpMk id="37" creationId="{1FA40066-83AE-363E-A5B4-77D7EE0F328A}"/>
          </ac:grpSpMkLst>
        </pc:grpChg>
        <pc:grpChg chg="del mod">
          <ac:chgData name="Mario Martinez" userId="3a8698ea-445f-4751-a923-c95ba728fd8c" providerId="ADAL" clId="{3BBAF674-EF7C-4A66-896E-E877E5FF3859}" dt="2026-09-07T20:08:41.090" v="91"/>
          <ac:grpSpMkLst>
            <pc:docMk/>
            <pc:sldMk cId="2316737210" sldId="294"/>
            <ac:grpSpMk id="38" creationId="{7B19DF1B-4166-613F-C526-3BC7BE03CDC2}"/>
          </ac:grpSpMkLst>
        </pc:grpChg>
        <pc:grpChg chg="mod">
          <ac:chgData name="Mario Martinez" userId="3a8698ea-445f-4751-a923-c95ba728fd8c" providerId="ADAL" clId="{3BBAF674-EF7C-4A66-896E-E877E5FF3859}" dt="2026-09-07T20:08:41.090" v="91"/>
          <ac:grpSpMkLst>
            <pc:docMk/>
            <pc:sldMk cId="2316737210" sldId="294"/>
            <ac:grpSpMk id="39" creationId="{3C356788-990F-C25F-C240-B04DCD169383}"/>
          </ac:grpSpMkLst>
        </pc:grpChg>
        <pc:inkChg chg="add mod">
          <ac:chgData name="Mario Martinez" userId="3a8698ea-445f-4751-a923-c95ba728fd8c" providerId="ADAL" clId="{3BBAF674-EF7C-4A66-896E-E877E5FF3859}" dt="2026-09-07T20:08:32.606" v="73"/>
          <ac:inkMkLst>
            <pc:docMk/>
            <pc:sldMk cId="2316737210" sldId="294"/>
            <ac:inkMk id="2" creationId="{201286ED-C5FB-CCA8-4AA9-558E41D3A460}"/>
          </ac:inkMkLst>
        </pc:inkChg>
        <pc:inkChg chg="add">
          <ac:chgData name="Mario Martinez" userId="3a8698ea-445f-4751-a923-c95ba728fd8c" providerId="ADAL" clId="{3BBAF674-EF7C-4A66-896E-E877E5FF3859}" dt="2026-09-07T20:08:26.411" v="58" actId="9405"/>
          <ac:inkMkLst>
            <pc:docMk/>
            <pc:sldMk cId="2316737210" sldId="294"/>
            <ac:inkMk id="3" creationId="{6B1676B2-D6EE-42E7-1608-FEB1E83E99C6}"/>
          </ac:inkMkLst>
        </pc:inkChg>
        <pc:inkChg chg="add mod">
          <ac:chgData name="Mario Martinez" userId="3a8698ea-445f-4751-a923-c95ba728fd8c" providerId="ADAL" clId="{3BBAF674-EF7C-4A66-896E-E877E5FF3859}" dt="2026-09-07T20:08:32.606" v="73"/>
          <ac:inkMkLst>
            <pc:docMk/>
            <pc:sldMk cId="2316737210" sldId="294"/>
            <ac:inkMk id="4" creationId="{E569EB1E-3D4D-80AF-9DBA-7D22B05234D1}"/>
          </ac:inkMkLst>
        </pc:inkChg>
        <pc:inkChg chg="add">
          <ac:chgData name="Mario Martinez" userId="3a8698ea-445f-4751-a923-c95ba728fd8c" providerId="ADAL" clId="{3BBAF674-EF7C-4A66-896E-E877E5FF3859}" dt="2026-09-07T20:08:27.119" v="60" actId="9405"/>
          <ac:inkMkLst>
            <pc:docMk/>
            <pc:sldMk cId="2316737210" sldId="294"/>
            <ac:inkMk id="5" creationId="{1194E6A3-7A03-8EE1-1A03-F6CAF18167F0}"/>
          </ac:inkMkLst>
        </pc:inkChg>
        <pc:inkChg chg="add mod">
          <ac:chgData name="Mario Martinez" userId="3a8698ea-445f-4751-a923-c95ba728fd8c" providerId="ADAL" clId="{3BBAF674-EF7C-4A66-896E-E877E5FF3859}" dt="2026-09-07T20:08:32.606" v="73"/>
          <ac:inkMkLst>
            <pc:docMk/>
            <pc:sldMk cId="2316737210" sldId="294"/>
            <ac:inkMk id="6" creationId="{E8159C3E-A27F-9364-A681-11A5073A81F4}"/>
          </ac:inkMkLst>
        </pc:inkChg>
        <pc:inkChg chg="add">
          <ac:chgData name="Mario Martinez" userId="3a8698ea-445f-4751-a923-c95ba728fd8c" providerId="ADAL" clId="{3BBAF674-EF7C-4A66-896E-E877E5FF3859}" dt="2026-09-07T20:08:28.210" v="62" actId="9405"/>
          <ac:inkMkLst>
            <pc:docMk/>
            <pc:sldMk cId="2316737210" sldId="294"/>
            <ac:inkMk id="7" creationId="{5CD2ACB3-4002-7DC8-8C79-D538D05591F6}"/>
          </ac:inkMkLst>
        </pc:inkChg>
        <pc:inkChg chg="add">
          <ac:chgData name="Mario Martinez" userId="3a8698ea-445f-4751-a923-c95ba728fd8c" providerId="ADAL" clId="{3BBAF674-EF7C-4A66-896E-E877E5FF3859}" dt="2026-09-07T20:08:28.714" v="63" actId="9405"/>
          <ac:inkMkLst>
            <pc:docMk/>
            <pc:sldMk cId="2316737210" sldId="294"/>
            <ac:inkMk id="8" creationId="{A76690C2-464F-F5E3-20E0-316A7603CD76}"/>
          </ac:inkMkLst>
        </pc:inkChg>
        <pc:inkChg chg="add mod">
          <ac:chgData name="Mario Martinez" userId="3a8698ea-445f-4751-a923-c95ba728fd8c" providerId="ADAL" clId="{3BBAF674-EF7C-4A66-896E-E877E5FF3859}" dt="2026-09-07T20:08:32.606" v="73"/>
          <ac:inkMkLst>
            <pc:docMk/>
            <pc:sldMk cId="2316737210" sldId="294"/>
            <ac:inkMk id="9" creationId="{6FC187FA-C0A8-00B5-971E-F63CB7168318}"/>
          </ac:inkMkLst>
        </pc:inkChg>
        <pc:inkChg chg="add">
          <ac:chgData name="Mario Martinez" userId="3a8698ea-445f-4751-a923-c95ba728fd8c" providerId="ADAL" clId="{3BBAF674-EF7C-4A66-896E-E877E5FF3859}" dt="2026-09-07T20:08:29.213" v="65" actId="9405"/>
          <ac:inkMkLst>
            <pc:docMk/>
            <pc:sldMk cId="2316737210" sldId="294"/>
            <ac:inkMk id="10" creationId="{71949E72-CBF9-08BE-15E8-8C235740758F}"/>
          </ac:inkMkLst>
        </pc:inkChg>
        <pc:inkChg chg="add mod">
          <ac:chgData name="Mario Martinez" userId="3a8698ea-445f-4751-a923-c95ba728fd8c" providerId="ADAL" clId="{3BBAF674-EF7C-4A66-896E-E877E5FF3859}" dt="2026-09-07T20:08:32.606" v="73"/>
          <ac:inkMkLst>
            <pc:docMk/>
            <pc:sldMk cId="2316737210" sldId="294"/>
            <ac:inkMk id="11" creationId="{19F1CEA6-0A2A-A8BA-E2CD-FC55DB2F2A97}"/>
          </ac:inkMkLst>
        </pc:inkChg>
        <pc:inkChg chg="add">
          <ac:chgData name="Mario Martinez" userId="3a8698ea-445f-4751-a923-c95ba728fd8c" providerId="ADAL" clId="{3BBAF674-EF7C-4A66-896E-E877E5FF3859}" dt="2026-09-07T20:08:30.274" v="67" actId="9405"/>
          <ac:inkMkLst>
            <pc:docMk/>
            <pc:sldMk cId="2316737210" sldId="294"/>
            <ac:inkMk id="12" creationId="{112DF889-D622-AD83-022D-DFAB5BF07136}"/>
          </ac:inkMkLst>
        </pc:inkChg>
        <pc:inkChg chg="add mod">
          <ac:chgData name="Mario Martinez" userId="3a8698ea-445f-4751-a923-c95ba728fd8c" providerId="ADAL" clId="{3BBAF674-EF7C-4A66-896E-E877E5FF3859}" dt="2026-09-07T20:08:32.606" v="73"/>
          <ac:inkMkLst>
            <pc:docMk/>
            <pc:sldMk cId="2316737210" sldId="294"/>
            <ac:inkMk id="13" creationId="{D472B42E-B1F7-D6D2-3F79-18B5B18973FC}"/>
          </ac:inkMkLst>
        </pc:inkChg>
        <pc:inkChg chg="add mod">
          <ac:chgData name="Mario Martinez" userId="3a8698ea-445f-4751-a923-c95ba728fd8c" providerId="ADAL" clId="{3BBAF674-EF7C-4A66-896E-E877E5FF3859}" dt="2026-09-07T20:08:41.090" v="91"/>
          <ac:inkMkLst>
            <pc:docMk/>
            <pc:sldMk cId="2316737210" sldId="294"/>
            <ac:inkMk id="14" creationId="{C5AD0E41-FAC0-E258-C2E8-58C1E666EF9C}"/>
          </ac:inkMkLst>
        </pc:inkChg>
        <pc:inkChg chg="add">
          <ac:chgData name="Mario Martinez" userId="3a8698ea-445f-4751-a923-c95ba728fd8c" providerId="ADAL" clId="{3BBAF674-EF7C-4A66-896E-E877E5FF3859}" dt="2026-09-07T20:08:31.273" v="70" actId="9405"/>
          <ac:inkMkLst>
            <pc:docMk/>
            <pc:sldMk cId="2316737210" sldId="294"/>
            <ac:inkMk id="15" creationId="{7FC3AE44-F609-6E50-53C2-E03AAEBFF392}"/>
          </ac:inkMkLst>
        </pc:inkChg>
        <pc:inkChg chg="add">
          <ac:chgData name="Mario Martinez" userId="3a8698ea-445f-4751-a923-c95ba728fd8c" providerId="ADAL" clId="{3BBAF674-EF7C-4A66-896E-E877E5FF3859}" dt="2026-09-07T20:08:31.765" v="71" actId="9405"/>
          <ac:inkMkLst>
            <pc:docMk/>
            <pc:sldMk cId="2316737210" sldId="294"/>
            <ac:inkMk id="16" creationId="{659784DA-08D5-9622-CFB7-367B66AC646A}"/>
          </ac:inkMkLst>
        </pc:inkChg>
        <pc:inkChg chg="add mod">
          <ac:chgData name="Mario Martinez" userId="3a8698ea-445f-4751-a923-c95ba728fd8c" providerId="ADAL" clId="{3BBAF674-EF7C-4A66-896E-E877E5FF3859}" dt="2026-09-07T20:08:32.606" v="73"/>
          <ac:inkMkLst>
            <pc:docMk/>
            <pc:sldMk cId="2316737210" sldId="294"/>
            <ac:inkMk id="17" creationId="{4E2BE5E5-D262-D1BD-B6B5-7E035C45AA0D}"/>
          </ac:inkMkLst>
        </pc:inkChg>
        <pc:inkChg chg="add">
          <ac:chgData name="Mario Martinez" userId="3a8698ea-445f-4751-a923-c95ba728fd8c" providerId="ADAL" clId="{3BBAF674-EF7C-4A66-896E-E877E5FF3859}" dt="2026-09-07T20:08:33.489" v="74" actId="9405"/>
          <ac:inkMkLst>
            <pc:docMk/>
            <pc:sldMk cId="2316737210" sldId="294"/>
            <ac:inkMk id="20" creationId="{A19C9923-6FC5-11D5-E2FA-C33331EF930E}"/>
          </ac:inkMkLst>
        </pc:inkChg>
        <pc:inkChg chg="add">
          <ac:chgData name="Mario Martinez" userId="3a8698ea-445f-4751-a923-c95ba728fd8c" providerId="ADAL" clId="{3BBAF674-EF7C-4A66-896E-E877E5FF3859}" dt="2026-09-07T20:08:33.891" v="75" actId="9405"/>
          <ac:inkMkLst>
            <pc:docMk/>
            <pc:sldMk cId="2316737210" sldId="294"/>
            <ac:inkMk id="21" creationId="{C4EE00A5-1480-734B-EE46-E1194BD2BC3F}"/>
          </ac:inkMkLst>
        </pc:inkChg>
        <pc:inkChg chg="add">
          <ac:chgData name="Mario Martinez" userId="3a8698ea-445f-4751-a923-c95ba728fd8c" providerId="ADAL" clId="{3BBAF674-EF7C-4A66-896E-E877E5FF3859}" dt="2026-09-07T20:08:34.191" v="76" actId="9405"/>
          <ac:inkMkLst>
            <pc:docMk/>
            <pc:sldMk cId="2316737210" sldId="294"/>
            <ac:inkMk id="22" creationId="{32D07F40-C61F-0307-D2FC-19CF0DA8E228}"/>
          </ac:inkMkLst>
        </pc:inkChg>
        <pc:inkChg chg="add mod">
          <ac:chgData name="Mario Martinez" userId="3a8698ea-445f-4751-a923-c95ba728fd8c" providerId="ADAL" clId="{3BBAF674-EF7C-4A66-896E-E877E5FF3859}" dt="2026-09-07T20:08:41.090" v="91"/>
          <ac:inkMkLst>
            <pc:docMk/>
            <pc:sldMk cId="2316737210" sldId="294"/>
            <ac:inkMk id="23" creationId="{673D1BFE-24EF-8627-9682-370F4A4A4E41}"/>
          </ac:inkMkLst>
        </pc:inkChg>
        <pc:inkChg chg="add">
          <ac:chgData name="Mario Martinez" userId="3a8698ea-445f-4751-a923-c95ba728fd8c" providerId="ADAL" clId="{3BBAF674-EF7C-4A66-896E-E877E5FF3859}" dt="2026-09-07T20:08:34.956" v="78" actId="9405"/>
          <ac:inkMkLst>
            <pc:docMk/>
            <pc:sldMk cId="2316737210" sldId="294"/>
            <ac:inkMk id="24" creationId="{DA09C2CB-88F5-6AFE-F9B5-E8E704D47F5D}"/>
          </ac:inkMkLst>
        </pc:inkChg>
        <pc:inkChg chg="add">
          <ac:chgData name="Mario Martinez" userId="3a8698ea-445f-4751-a923-c95ba728fd8c" providerId="ADAL" clId="{3BBAF674-EF7C-4A66-896E-E877E5FF3859}" dt="2026-09-07T20:08:35.443" v="79" actId="9405"/>
          <ac:inkMkLst>
            <pc:docMk/>
            <pc:sldMk cId="2316737210" sldId="294"/>
            <ac:inkMk id="25" creationId="{7089DD61-B628-ACF7-ED21-1E72A228ADBF}"/>
          </ac:inkMkLst>
        </pc:inkChg>
        <pc:inkChg chg="add">
          <ac:chgData name="Mario Martinez" userId="3a8698ea-445f-4751-a923-c95ba728fd8c" providerId="ADAL" clId="{3BBAF674-EF7C-4A66-896E-E877E5FF3859}" dt="2026-09-07T20:08:35.846" v="80" actId="9405"/>
          <ac:inkMkLst>
            <pc:docMk/>
            <pc:sldMk cId="2316737210" sldId="294"/>
            <ac:inkMk id="26" creationId="{21A097E4-6A05-EFF0-A8AB-4D1CEE921A17}"/>
          </ac:inkMkLst>
        </pc:inkChg>
        <pc:inkChg chg="add">
          <ac:chgData name="Mario Martinez" userId="3a8698ea-445f-4751-a923-c95ba728fd8c" providerId="ADAL" clId="{3BBAF674-EF7C-4A66-896E-E877E5FF3859}" dt="2026-09-07T20:08:36.792" v="81" actId="9405"/>
          <ac:inkMkLst>
            <pc:docMk/>
            <pc:sldMk cId="2316737210" sldId="294"/>
            <ac:inkMk id="27" creationId="{009E7B40-CC8C-A078-B2C1-A82AFE3D9EAE}"/>
          </ac:inkMkLst>
        </pc:inkChg>
        <pc:inkChg chg="add mod">
          <ac:chgData name="Mario Martinez" userId="3a8698ea-445f-4751-a923-c95ba728fd8c" providerId="ADAL" clId="{3BBAF674-EF7C-4A66-896E-E877E5FF3859}" dt="2026-09-07T20:08:41.090" v="91"/>
          <ac:inkMkLst>
            <pc:docMk/>
            <pc:sldMk cId="2316737210" sldId="294"/>
            <ac:inkMk id="28" creationId="{053688ED-712E-AFF0-DD89-248769788F6F}"/>
          </ac:inkMkLst>
        </pc:inkChg>
        <pc:inkChg chg="add">
          <ac:chgData name="Mario Martinez" userId="3a8698ea-445f-4751-a923-c95ba728fd8c" providerId="ADAL" clId="{3BBAF674-EF7C-4A66-896E-E877E5FF3859}" dt="2026-09-07T20:08:37.696" v="83" actId="9405"/>
          <ac:inkMkLst>
            <pc:docMk/>
            <pc:sldMk cId="2316737210" sldId="294"/>
            <ac:inkMk id="29" creationId="{92F16656-B8E1-568A-4B33-D005E7F2BC76}"/>
          </ac:inkMkLst>
        </pc:inkChg>
        <pc:inkChg chg="add">
          <ac:chgData name="Mario Martinez" userId="3a8698ea-445f-4751-a923-c95ba728fd8c" providerId="ADAL" clId="{3BBAF674-EF7C-4A66-896E-E877E5FF3859}" dt="2026-09-07T20:08:38.171" v="84" actId="9405"/>
          <ac:inkMkLst>
            <pc:docMk/>
            <pc:sldMk cId="2316737210" sldId="294"/>
            <ac:inkMk id="30" creationId="{27B61BE2-BF7E-06BD-8693-C1629FE785E1}"/>
          </ac:inkMkLst>
        </pc:inkChg>
        <pc:inkChg chg="add">
          <ac:chgData name="Mario Martinez" userId="3a8698ea-445f-4751-a923-c95ba728fd8c" providerId="ADAL" clId="{3BBAF674-EF7C-4A66-896E-E877E5FF3859}" dt="2026-09-07T20:08:38.560" v="85" actId="9405"/>
          <ac:inkMkLst>
            <pc:docMk/>
            <pc:sldMk cId="2316737210" sldId="294"/>
            <ac:inkMk id="31" creationId="{25E1499F-A5D1-4897-69AA-B008E2FEEBC1}"/>
          </ac:inkMkLst>
        </pc:inkChg>
        <pc:inkChg chg="add">
          <ac:chgData name="Mario Martinez" userId="3a8698ea-445f-4751-a923-c95ba728fd8c" providerId="ADAL" clId="{3BBAF674-EF7C-4A66-896E-E877E5FF3859}" dt="2026-09-07T20:08:38.846" v="86" actId="9405"/>
          <ac:inkMkLst>
            <pc:docMk/>
            <pc:sldMk cId="2316737210" sldId="294"/>
            <ac:inkMk id="32" creationId="{1F18451F-6ED0-7309-C67A-50B3DF191003}"/>
          </ac:inkMkLst>
        </pc:inkChg>
        <pc:inkChg chg="add mod">
          <ac:chgData name="Mario Martinez" userId="3a8698ea-445f-4751-a923-c95ba728fd8c" providerId="ADAL" clId="{3BBAF674-EF7C-4A66-896E-E877E5FF3859}" dt="2026-09-07T20:08:41.090" v="91"/>
          <ac:inkMkLst>
            <pc:docMk/>
            <pc:sldMk cId="2316737210" sldId="294"/>
            <ac:inkMk id="33" creationId="{A3AEC677-E3C3-DA6F-17CE-5E934DB8AF42}"/>
          </ac:inkMkLst>
        </pc:inkChg>
        <pc:inkChg chg="add">
          <ac:chgData name="Mario Martinez" userId="3a8698ea-445f-4751-a923-c95ba728fd8c" providerId="ADAL" clId="{3BBAF674-EF7C-4A66-896E-E877E5FF3859}" dt="2026-09-07T20:08:39.177" v="88" actId="9405"/>
          <ac:inkMkLst>
            <pc:docMk/>
            <pc:sldMk cId="2316737210" sldId="294"/>
            <ac:inkMk id="34" creationId="{A61CBEF6-ABF8-9914-824E-2232BA034B2E}"/>
          </ac:inkMkLst>
        </pc:inkChg>
        <pc:inkChg chg="add">
          <ac:chgData name="Mario Martinez" userId="3a8698ea-445f-4751-a923-c95ba728fd8c" providerId="ADAL" clId="{3BBAF674-EF7C-4A66-896E-E877E5FF3859}" dt="2026-09-07T20:08:39.658" v="89" actId="9405"/>
          <ac:inkMkLst>
            <pc:docMk/>
            <pc:sldMk cId="2316737210" sldId="294"/>
            <ac:inkMk id="35" creationId="{90F9F2B8-C65A-C7B8-036D-AA80EF10ECFC}"/>
          </ac:inkMkLst>
        </pc:inkChg>
        <pc:inkChg chg="add mod">
          <ac:chgData name="Mario Martinez" userId="3a8698ea-445f-4751-a923-c95ba728fd8c" providerId="ADAL" clId="{3BBAF674-EF7C-4A66-896E-E877E5FF3859}" dt="2026-09-07T20:08:41.090" v="91"/>
          <ac:inkMkLst>
            <pc:docMk/>
            <pc:sldMk cId="2316737210" sldId="294"/>
            <ac:inkMk id="36" creationId="{AA739150-5131-FC2E-D653-7A32832E85DA}"/>
          </ac:inkMkLst>
        </pc:ink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Simple Blu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545C5B81-6D3C-324B-1D70-12F6AA44804C}"/>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739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Simple Blue 2">
    <p:spTree>
      <p:nvGrpSpPr>
        <p:cNvPr id="1" name=""/>
        <p:cNvGrpSpPr/>
        <p:nvPr/>
      </p:nvGrpSpPr>
      <p:grpSpPr>
        <a:xfrm>
          <a:off x="0" y="0"/>
          <a:ext cx="0" cy="0"/>
          <a:chOff x="0" y="0"/>
          <a:chExt cx="0" cy="0"/>
        </a:xfrm>
      </p:grpSpPr>
      <p:pic>
        <p:nvPicPr>
          <p:cNvPr id="7" name="Content Placeholder 3" descr="Diagram, engineering drawing&#10;&#10;Description automatically generated">
            <a:extLst>
              <a:ext uri="{FF2B5EF4-FFF2-40B4-BE49-F238E27FC236}">
                <a16:creationId xmlns:a16="http://schemas.microsoft.com/office/drawing/2014/main" id="{E9979AA6-E3C5-CBDB-656B-BBF3673289D0}"/>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15DC9C2A-0E96-B3DD-E72A-B658606A10BB}"/>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5895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Simple Grey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sp>
        <p:nvSpPr>
          <p:cNvPr id="11" name="TextBox 10">
            <a:extLst>
              <a:ext uri="{FF2B5EF4-FFF2-40B4-BE49-F238E27FC236}">
                <a16:creationId xmlns:a16="http://schemas.microsoft.com/office/drawing/2014/main" id="{17E1513E-D9F7-4665-D50A-C49BD062338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90714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Simple Grey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cxnSp>
        <p:nvCxnSpPr>
          <p:cNvPr id="7" name="Straight Connector 6">
            <a:extLst>
              <a:ext uri="{FF2B5EF4-FFF2-40B4-BE49-F238E27FC236}">
                <a16:creationId xmlns:a16="http://schemas.microsoft.com/office/drawing/2014/main" id="{9EA7E8DB-A4AC-8027-9A53-75C66510D5D0}"/>
              </a:ext>
            </a:extLst>
          </p:cNvPr>
          <p:cNvCxnSpPr>
            <a:cxnSpLocks noChangeShapeType="1"/>
          </p:cNvCxnSpPr>
          <p:nvPr userDrawn="1"/>
        </p:nvCxnSpPr>
        <p:spPr bwMode="auto">
          <a:xfrm>
            <a:off x="3402038" y="3509963"/>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D7629CA6-0662-2D71-1B21-AE49055667F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1346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Simple Grey 3">
    <p:spTree>
      <p:nvGrpSpPr>
        <p:cNvPr id="1" name=""/>
        <p:cNvGrpSpPr/>
        <p:nvPr/>
      </p:nvGrpSpPr>
      <p:grpSpPr>
        <a:xfrm>
          <a:off x="0" y="0"/>
          <a:ext cx="0" cy="0"/>
          <a:chOff x="0" y="0"/>
          <a:chExt cx="0" cy="0"/>
        </a:xfrm>
      </p:grpSpPr>
      <p:pic>
        <p:nvPicPr>
          <p:cNvPr id="10" name="Content Placeholder 3" descr="Diagram, engineering drawing&#10;&#10;Description automatically generated">
            <a:extLst>
              <a:ext uri="{FF2B5EF4-FFF2-40B4-BE49-F238E27FC236}">
                <a16:creationId xmlns:a16="http://schemas.microsoft.com/office/drawing/2014/main" id="{E1C1C02C-18E1-780A-8763-41AE0F2917BC}"/>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3454400" y="2500833"/>
            <a:ext cx="4347501" cy="565735"/>
          </a:xfrm>
        </p:spPr>
        <p:txBody>
          <a:bodyPr anchor="b">
            <a:normAutofit/>
          </a:bodyPr>
          <a:lstStyle>
            <a:lvl1pPr algn="ctr">
              <a:defRPr sz="3000" spc="150" baseline="0">
                <a:solidFill>
                  <a:schemeClr val="bg2">
                    <a:lumMod val="50000"/>
                  </a:schemeClr>
                </a:solidFill>
                <a:latin typeface="Nexa-Bold" panose="01000000000000000000" pitchFamily="2"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142992"/>
            <a:ext cx="9144000" cy="1655762"/>
          </a:xfrm>
        </p:spPr>
        <p:txBody>
          <a:bodyPr>
            <a:normAutofit/>
          </a:bodyPr>
          <a:lstStyle>
            <a:lvl1pPr marL="0" indent="0" algn="ctr">
              <a:buNone/>
              <a:defRPr sz="20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1" name="TextBox 10">
            <a:extLst>
              <a:ext uri="{FF2B5EF4-FFF2-40B4-BE49-F238E27FC236}">
                <a16:creationId xmlns:a16="http://schemas.microsoft.com/office/drawing/2014/main" id="{24644F0A-52D2-552F-0A18-5EBE0472DC5E}"/>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74111F31-A7FB-AB43-EE29-2BCF7DB70B07}"/>
              </a:ext>
            </a:extLst>
          </p:cNvPr>
          <p:cNvCxnSpPr>
            <a:cxnSpLocks noChangeShapeType="1"/>
          </p:cNvCxnSpPr>
          <p:nvPr userDrawn="1"/>
        </p:nvCxnSpPr>
        <p:spPr bwMode="auto">
          <a:xfrm>
            <a:off x="3059138" y="3066568"/>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04487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Simple Logo Blue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52695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Simple Logo Grey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797332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ogo White/Blu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1164936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Simple Logo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510358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imple Logo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127817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2812496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5">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16562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Blue/Whit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Tree>
    <p:extLst>
      <p:ext uri="{BB962C8B-B14F-4D97-AF65-F5344CB8AC3E}">
        <p14:creationId xmlns:p14="http://schemas.microsoft.com/office/powerpoint/2010/main" val="515585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
        <p:nvSpPr>
          <p:cNvPr id="5" name="Arc 4">
            <a:extLst>
              <a:ext uri="{FF2B5EF4-FFF2-40B4-BE49-F238E27FC236}">
                <a16:creationId xmlns:a16="http://schemas.microsoft.com/office/drawing/2014/main" id="{0CD09993-40FE-D87D-E713-03530C1AD52C}"/>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788066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22815400-80B1-A44B-1B13-B0799E1E565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633174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Black/White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311E6D7D-FA47-43C4-18B5-A38BE31725D3}"/>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842531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hite/Grey 5">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grpSp>
        <p:nvGrpSpPr>
          <p:cNvPr id="8" name="Group 7">
            <a:extLst>
              <a:ext uri="{FF2B5EF4-FFF2-40B4-BE49-F238E27FC236}">
                <a16:creationId xmlns:a16="http://schemas.microsoft.com/office/drawing/2014/main" id="{C00CF986-FD5A-5975-2EC8-F0EACE7041A6}"/>
              </a:ext>
            </a:extLst>
          </p:cNvPr>
          <p:cNvGrpSpPr/>
          <p:nvPr userDrawn="1"/>
        </p:nvGrpSpPr>
        <p:grpSpPr>
          <a:xfrm>
            <a:off x="5159912" y="1072085"/>
            <a:ext cx="7936447" cy="7920404"/>
            <a:chOff x="5159912" y="1072085"/>
            <a:chExt cx="7936447" cy="7920404"/>
          </a:xfrm>
        </p:grpSpPr>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8896205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hite/Grey Small Logo 6">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7220584" y="2758227"/>
            <a:ext cx="5612225" cy="5612225"/>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982978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6237854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6" name="Group 15">
            <a:extLst>
              <a:ext uri="{FF2B5EF4-FFF2-40B4-BE49-F238E27FC236}">
                <a16:creationId xmlns:a16="http://schemas.microsoft.com/office/drawing/2014/main" id="{264BDB03-EE9E-E849-B5B7-7F755201AD96}"/>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FD3C7453-7434-0F61-820C-861F0B51D33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F965FC7E-67B7-8CA6-E111-C3EE58075659}"/>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3912088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a:xfrm>
            <a:off x="838200" y="1821396"/>
            <a:ext cx="4686300" cy="435556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0" name="Picture Placeholder 2">
            <a:extLst>
              <a:ext uri="{FF2B5EF4-FFF2-40B4-BE49-F238E27FC236}">
                <a16:creationId xmlns:a16="http://schemas.microsoft.com/office/drawing/2014/main" id="{DE48A463-ECCE-6B5E-9715-FC07CD45CDBE}"/>
              </a:ext>
            </a:extLst>
          </p:cNvPr>
          <p:cNvSpPr>
            <a:spLocks noGrp="1"/>
          </p:cNvSpPr>
          <p:nvPr>
            <p:ph type="pic" idx="13"/>
          </p:nvPr>
        </p:nvSpPr>
        <p:spPr>
          <a:xfrm>
            <a:off x="5524500" y="1821396"/>
            <a:ext cx="6172200" cy="4351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Tree>
    <p:extLst>
      <p:ext uri="{BB962C8B-B14F-4D97-AF65-F5344CB8AC3E}">
        <p14:creationId xmlns:p14="http://schemas.microsoft.com/office/powerpoint/2010/main" val="3831344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6461179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12" name="Group 11">
            <a:extLst>
              <a:ext uri="{FF2B5EF4-FFF2-40B4-BE49-F238E27FC236}">
                <a16:creationId xmlns:a16="http://schemas.microsoft.com/office/drawing/2014/main" id="{2B0B799A-35E1-5885-20B2-35BB5A3F278D}"/>
              </a:ext>
            </a:extLst>
          </p:cNvPr>
          <p:cNvGrpSpPr/>
          <p:nvPr userDrawn="1"/>
        </p:nvGrpSpPr>
        <p:grpSpPr>
          <a:xfrm>
            <a:off x="7209216" y="2758227"/>
            <a:ext cx="5623593" cy="5612225"/>
            <a:chOff x="7209216" y="2758227"/>
            <a:chExt cx="5623593" cy="5612225"/>
          </a:xfrm>
        </p:grpSpPr>
        <p:pic>
          <p:nvPicPr>
            <p:cNvPr id="13" name="Picture 12">
              <a:extLst>
                <a:ext uri="{FF2B5EF4-FFF2-40B4-BE49-F238E27FC236}">
                  <a16:creationId xmlns:a16="http://schemas.microsoft.com/office/drawing/2014/main" id="{66DD9644-D426-35AF-FB09-853CF8CECC0D}"/>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4" name="Arc 13">
              <a:extLst>
                <a:ext uri="{FF2B5EF4-FFF2-40B4-BE49-F238E27FC236}">
                  <a16:creationId xmlns:a16="http://schemas.microsoft.com/office/drawing/2014/main" id="{6F475831-7E53-2D67-970D-48331E632951}"/>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20474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Side Title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US" dirty="0"/>
              <a:t>Click to edit Master title style</a:t>
            </a:r>
            <a:endParaRPr lang="en-GB" dirty="0"/>
          </a:p>
        </p:txBody>
      </p:sp>
    </p:spTree>
    <p:extLst>
      <p:ext uri="{BB962C8B-B14F-4D97-AF65-F5344CB8AC3E}">
        <p14:creationId xmlns:p14="http://schemas.microsoft.com/office/powerpoint/2010/main" val="1330418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Side Title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US" dirty="0"/>
              <a:t>Click to edit Master title style</a:t>
            </a:r>
            <a:endParaRPr lang="en-GB" dirty="0"/>
          </a:p>
        </p:txBody>
      </p:sp>
      <p:grpSp>
        <p:nvGrpSpPr>
          <p:cNvPr id="8" name="Group 7">
            <a:extLst>
              <a:ext uri="{FF2B5EF4-FFF2-40B4-BE49-F238E27FC236}">
                <a16:creationId xmlns:a16="http://schemas.microsoft.com/office/drawing/2014/main" id="{391C2020-6297-BAE9-FFAD-EAD757C9C03F}"/>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43EBFA66-BB0C-45B3-9E05-EA476847EED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23DEF0E3-00E5-BFD5-08D5-2E5E65294C13}"/>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22440112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Simp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Tree>
    <p:extLst>
      <p:ext uri="{BB962C8B-B14F-4D97-AF65-F5344CB8AC3E}">
        <p14:creationId xmlns:p14="http://schemas.microsoft.com/office/powerpoint/2010/main" val="41671450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Logo">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grpSp>
        <p:nvGrpSpPr>
          <p:cNvPr id="2" name="Group 1">
            <a:extLst>
              <a:ext uri="{FF2B5EF4-FFF2-40B4-BE49-F238E27FC236}">
                <a16:creationId xmlns:a16="http://schemas.microsoft.com/office/drawing/2014/main" id="{3B05ED7F-C3CB-F1AB-0D13-40D64480E1EB}"/>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202B66CE-628F-83AA-6C65-C9CFDA2A244B}"/>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4175E3FC-6420-950D-4C4B-59ED294A8095}"/>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6585520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Simp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Tree>
    <p:extLst>
      <p:ext uri="{BB962C8B-B14F-4D97-AF65-F5344CB8AC3E}">
        <p14:creationId xmlns:p14="http://schemas.microsoft.com/office/powerpoint/2010/main" val="3476253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Logo">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grpSp>
        <p:nvGrpSpPr>
          <p:cNvPr id="2" name="Group 1">
            <a:extLst>
              <a:ext uri="{FF2B5EF4-FFF2-40B4-BE49-F238E27FC236}">
                <a16:creationId xmlns:a16="http://schemas.microsoft.com/office/drawing/2014/main" id="{D292B77D-D732-E7D4-A6B1-0A966E6BF488}"/>
              </a:ext>
            </a:extLst>
          </p:cNvPr>
          <p:cNvGrpSpPr/>
          <p:nvPr userDrawn="1"/>
        </p:nvGrpSpPr>
        <p:grpSpPr>
          <a:xfrm>
            <a:off x="7209216" y="2758227"/>
            <a:ext cx="5623593" cy="5612225"/>
            <a:chOff x="7209216" y="2758227"/>
            <a:chExt cx="5623593" cy="5612225"/>
          </a:xfrm>
        </p:grpSpPr>
        <p:pic>
          <p:nvPicPr>
            <p:cNvPr id="11" name="Picture 10">
              <a:extLst>
                <a:ext uri="{FF2B5EF4-FFF2-40B4-BE49-F238E27FC236}">
                  <a16:creationId xmlns:a16="http://schemas.microsoft.com/office/drawing/2014/main" id="{802C5448-A851-B643-5EAD-72DA0FDD41B9}"/>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D11A7CE8-AD7B-8E77-CF09-1609492A8F9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7463395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Simp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2473167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8" name="Group 7">
            <a:extLst>
              <a:ext uri="{FF2B5EF4-FFF2-40B4-BE49-F238E27FC236}">
                <a16:creationId xmlns:a16="http://schemas.microsoft.com/office/drawing/2014/main" id="{A062EC69-293D-B068-6694-395BB9B235B7}"/>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E19BD460-7D72-5C8C-9608-81656E56D4E5}"/>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0" name="Arc 9">
              <a:extLst>
                <a:ext uri="{FF2B5EF4-FFF2-40B4-BE49-F238E27FC236}">
                  <a16:creationId xmlns:a16="http://schemas.microsoft.com/office/drawing/2014/main" id="{9603E80E-EE02-763E-A618-4043A879275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878112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2568516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Simp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948576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Log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1" name="Group 10">
            <a:extLst>
              <a:ext uri="{FF2B5EF4-FFF2-40B4-BE49-F238E27FC236}">
                <a16:creationId xmlns:a16="http://schemas.microsoft.com/office/drawing/2014/main" id="{30C984A1-6593-853A-9B97-65F3D4B10071}"/>
              </a:ext>
            </a:extLst>
          </p:cNvPr>
          <p:cNvGrpSpPr/>
          <p:nvPr userDrawn="1"/>
        </p:nvGrpSpPr>
        <p:grpSpPr>
          <a:xfrm>
            <a:off x="7209216" y="2758227"/>
            <a:ext cx="5623593" cy="5612225"/>
            <a:chOff x="7209216" y="2758227"/>
            <a:chExt cx="5623593" cy="5612225"/>
          </a:xfrm>
        </p:grpSpPr>
        <p:pic>
          <p:nvPicPr>
            <p:cNvPr id="12" name="Picture 11">
              <a:extLst>
                <a:ext uri="{FF2B5EF4-FFF2-40B4-BE49-F238E27FC236}">
                  <a16:creationId xmlns:a16="http://schemas.microsoft.com/office/drawing/2014/main" id="{D8B8DA1D-5808-60BA-D1A1-B8EECC1B70A4}"/>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3" name="Arc 12">
              <a:extLst>
                <a:ext uri="{FF2B5EF4-FFF2-40B4-BE49-F238E27FC236}">
                  <a16:creationId xmlns:a16="http://schemas.microsoft.com/office/drawing/2014/main" id="{2B67F314-AC9F-2A3B-3561-2F1141B54268}"/>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628375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CDF6C-F99F-1AFA-98D0-D46A9AD35D48}"/>
              </a:ext>
            </a:extLst>
          </p:cNvPr>
          <p:cNvSpPr>
            <a:spLocks noGrp="1"/>
          </p:cNvSpPr>
          <p:nvPr>
            <p:ph type="title"/>
          </p:nvPr>
        </p:nvSpPr>
        <p:spPr>
          <a:xfrm>
            <a:off x="839788" y="1207476"/>
            <a:ext cx="3932237" cy="849923"/>
          </a:xfrm>
        </p:spPr>
        <p:txBody>
          <a:bodyPr anchor="b"/>
          <a:lstStyle>
            <a:lvl1pPr>
              <a:defRPr sz="3200">
                <a:solidFill>
                  <a:srgbClr val="00B0F0"/>
                </a:solidFill>
                <a:latin typeface="Nexa-Book" panose="01000000000000000000" pitchFamily="2" charset="0"/>
              </a:defRPr>
            </a:lvl1pPr>
          </a:lstStyle>
          <a:p>
            <a:r>
              <a:rPr lang="en-US" dirty="0"/>
              <a:t>Click to edit Master title style</a:t>
            </a:r>
            <a:endParaRPr lang="en-GB" dirty="0"/>
          </a:p>
        </p:txBody>
      </p:sp>
      <p:sp>
        <p:nvSpPr>
          <p:cNvPr id="3" name="Picture Placeholder 2">
            <a:extLst>
              <a:ext uri="{FF2B5EF4-FFF2-40B4-BE49-F238E27FC236}">
                <a16:creationId xmlns:a16="http://schemas.microsoft.com/office/drawing/2014/main" id="{2EB44C9D-2112-79B0-4816-9E78BD29BD07}"/>
              </a:ext>
            </a:extLst>
          </p:cNvPr>
          <p:cNvSpPr>
            <a:spLocks noGrp="1"/>
          </p:cNvSpPr>
          <p:nvPr>
            <p:ph type="pic" idx="1"/>
          </p:nvPr>
        </p:nvSpPr>
        <p:spPr>
          <a:xfrm>
            <a:off x="5183188" y="1207476"/>
            <a:ext cx="6172200" cy="46535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D78CF4E-C176-9D12-7120-4D0A9F2DAE39}"/>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EFCB104-0143-327D-34B1-7151C91F2E32}"/>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7DCEEECE-E60B-0CC8-E29F-58D51A5130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191EF0-CF7E-5D1F-2062-9EBDCCA48E0B}"/>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8" name="Picture 7">
            <a:extLst>
              <a:ext uri="{FF2B5EF4-FFF2-40B4-BE49-F238E27FC236}">
                <a16:creationId xmlns:a16="http://schemas.microsoft.com/office/drawing/2014/main" id="{EAEA6701-4F96-CE0C-492C-6DFAA4D17FAE}"/>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9" name="Picture 8" descr="Logo&#10;&#10;Description automatically generated">
            <a:extLst>
              <a:ext uri="{FF2B5EF4-FFF2-40B4-BE49-F238E27FC236}">
                <a16:creationId xmlns:a16="http://schemas.microsoft.com/office/drawing/2014/main" id="{04F42B12-34D2-EC73-93B8-A643C1AB7159}"/>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cxnSp>
        <p:nvCxnSpPr>
          <p:cNvPr id="10" name="Straight Connector 9">
            <a:extLst>
              <a:ext uri="{FF2B5EF4-FFF2-40B4-BE49-F238E27FC236}">
                <a16:creationId xmlns:a16="http://schemas.microsoft.com/office/drawing/2014/main" id="{98225E6E-34E3-8E0F-A53C-AEDCE8120288}"/>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9333632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c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172896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ck Logo Blue Backgor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AF69F4-770D-1B85-848B-D57E7B0CA147}"/>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85000">
                <a:srgbClr val="00B0F0">
                  <a:shade val="100000"/>
                  <a:satMod val="115000"/>
                </a:srgbClr>
              </a:gs>
            </a:gsLst>
            <a:path path="circle">
              <a:fillToRect l="50000" t="50000" r="50000" b="50000"/>
            </a:path>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2187317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White Logo Blue Backgro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6A0D65-B433-449D-A2E1-10BC8BD32A5D}"/>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44000">
                <a:srgbClr val="00B0F0">
                  <a:shade val="100000"/>
                  <a:satMod val="115000"/>
                </a:srgbClr>
              </a:gs>
            </a:gsLst>
            <a:path path="circle">
              <a:fillToRect l="50000" t="50000" r="50000" b="50000"/>
            </a:path>
            <a:tileRect/>
          </a:gra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7" y="816637"/>
            <a:ext cx="5224725" cy="5224725"/>
          </a:xfrm>
          <a:prstGeom prst="rect">
            <a:avLst/>
          </a:prstGeom>
        </p:spPr>
      </p:pic>
    </p:spTree>
    <p:extLst>
      <p:ext uri="{BB962C8B-B14F-4D97-AF65-F5344CB8AC3E}">
        <p14:creationId xmlns:p14="http://schemas.microsoft.com/office/powerpoint/2010/main" val="42446225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White Logo White Backgroun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6" y="816636"/>
            <a:ext cx="5224725" cy="5224725"/>
          </a:xfrm>
          <a:prstGeom prst="rect">
            <a:avLst/>
          </a:prstGeom>
        </p:spPr>
      </p:pic>
      <p:sp>
        <p:nvSpPr>
          <p:cNvPr id="8" name="Oval 7">
            <a:extLst>
              <a:ext uri="{FF2B5EF4-FFF2-40B4-BE49-F238E27FC236}">
                <a16:creationId xmlns:a16="http://schemas.microsoft.com/office/drawing/2014/main" id="{9CF1ACE1-D73B-D8C2-A924-FC1C935A2DAE}"/>
              </a:ext>
            </a:extLst>
          </p:cNvPr>
          <p:cNvSpPr/>
          <p:nvPr userDrawn="1"/>
        </p:nvSpPr>
        <p:spPr>
          <a:xfrm>
            <a:off x="3483636" y="816637"/>
            <a:ext cx="5224725" cy="5224725"/>
          </a:xfrm>
          <a:prstGeom prst="ellipse">
            <a:avLst/>
          </a:prstGeom>
          <a:noFill/>
          <a:ln w="38100">
            <a:solidFill>
              <a:srgbClr val="01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317854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79A1B-8910-5BC1-CF92-B38FE72CB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8646328-37A7-2676-1096-E57A9505D4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AF5011-76B3-0174-3A68-9C86EC07D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27316D-C409-4712-90E5-1C58F0743890}" type="datetimeFigureOut">
              <a:rPr lang="en-GB" smtClean="0"/>
              <a:t>07/09/2026</a:t>
            </a:fld>
            <a:endParaRPr lang="en-GB"/>
          </a:p>
        </p:txBody>
      </p:sp>
      <p:sp>
        <p:nvSpPr>
          <p:cNvPr id="5" name="Footer Placeholder 4">
            <a:extLst>
              <a:ext uri="{FF2B5EF4-FFF2-40B4-BE49-F238E27FC236}">
                <a16:creationId xmlns:a16="http://schemas.microsoft.com/office/drawing/2014/main" id="{33A66A41-F04C-56FA-AB94-EC92BB1FF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D5F6920-6913-6447-389F-BACD3E6EE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4D00A0-B5A4-4974-B922-5D8D8E00DFDF}" type="slidenum">
              <a:rPr lang="en-GB" smtClean="0"/>
              <a:t>‹#›</a:t>
            </a:fld>
            <a:endParaRPr lang="en-GB"/>
          </a:p>
        </p:txBody>
      </p:sp>
    </p:spTree>
    <p:extLst>
      <p:ext uri="{BB962C8B-B14F-4D97-AF65-F5344CB8AC3E}">
        <p14:creationId xmlns:p14="http://schemas.microsoft.com/office/powerpoint/2010/main" val="21008084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66" r:id="rId3"/>
    <p:sldLayoutId id="2147483670" r:id="rId4"/>
    <p:sldLayoutId id="2147483676" r:id="rId5"/>
    <p:sldLayoutId id="2147483667" r:id="rId6"/>
    <p:sldLayoutId id="2147483671" r:id="rId7"/>
    <p:sldLayoutId id="2147483660" r:id="rId8"/>
    <p:sldLayoutId id="2147483665" r:id="rId9"/>
    <p:sldLayoutId id="2147483672" r:id="rId10"/>
    <p:sldLayoutId id="2147483673" r:id="rId11"/>
    <p:sldLayoutId id="2147483664" r:id="rId12"/>
    <p:sldLayoutId id="2147483661" r:id="rId13"/>
    <p:sldLayoutId id="2147483662" r:id="rId14"/>
    <p:sldLayoutId id="2147483674" r:id="rId15"/>
    <p:sldLayoutId id="2147483675" r:id="rId16"/>
    <p:sldLayoutId id="2147483663" r:id="rId17"/>
    <p:sldLayoutId id="2147483691" r:id="rId18"/>
    <p:sldLayoutId id="2147483677" r:id="rId19"/>
    <p:sldLayoutId id="2147483679" r:id="rId20"/>
    <p:sldLayoutId id="2147483678" r:id="rId21"/>
    <p:sldLayoutId id="2147483680" r:id="rId22"/>
    <p:sldLayoutId id="2147483681" r:id="rId23"/>
    <p:sldLayoutId id="2147483692" r:id="rId24"/>
    <p:sldLayoutId id="2147483682" r:id="rId25"/>
    <p:sldLayoutId id="2147483683" r:id="rId26"/>
    <p:sldLayoutId id="2147483693" r:id="rId27"/>
    <p:sldLayoutId id="2147483685" r:id="rId28"/>
    <p:sldLayoutId id="2147483684" r:id="rId29"/>
    <p:sldLayoutId id="2147483687" r:id="rId30"/>
    <p:sldLayoutId id="2147483686" r:id="rId31"/>
    <p:sldLayoutId id="2147483688" r:id="rId32"/>
    <p:sldLayoutId id="2147483695" r:id="rId33"/>
    <p:sldLayoutId id="2147483689" r:id="rId34"/>
    <p:sldLayoutId id="2147483690" r:id="rId35"/>
    <p:sldLayoutId id="2147483696" r:id="rId36"/>
    <p:sldLayoutId id="2147483698" r:id="rId37"/>
    <p:sldLayoutId id="2147483697" r:id="rId38"/>
    <p:sldLayoutId id="2147483699" r:id="rId3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hyperlink" Target="http://wiki.ros.org/rosserial" TargetMode="Externa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hyperlink" Target="http://wiki.ros.org/rosserial" TargetMode="Externa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hyperlink" Target="http://wiki.ros.org/rosserial" TargetMode="Externa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hyperlink" Target="http://wiki.ros.org/rosserial" TargetMode="Externa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wiki.ros.org/rosserial" TargetMode="Externa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wiki.ros.org/rosserial" TargetMode="Externa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hyperlink" Target="http://wiki.ros.org/rosserial" TargetMode="External"/><Relationship Id="rId2" Type="http://schemas.openxmlformats.org/officeDocument/2006/relationships/image" Target="../media/image9.sv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wiki.ros.org/rosserial" TargetMode="Externa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wiki.ros.org/rosserial_arduino/Tutorials/Hello%20World" TargetMode="External"/><Relationship Id="rId1" Type="http://schemas.openxmlformats.org/officeDocument/2006/relationships/slideLayout" Target="../slideLayouts/slideLayout2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2.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7.png"/><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wiki.ros.org/rosserial_arduino/Tutorials/Hello%20World" TargetMode="Externa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5C15-5F40-4167-FD82-B39FDF181BAF}"/>
              </a:ext>
            </a:extLst>
          </p:cNvPr>
          <p:cNvSpPr>
            <a:spLocks noGrp="1"/>
          </p:cNvSpPr>
          <p:nvPr>
            <p:ph type="ctrTitle"/>
          </p:nvPr>
        </p:nvSpPr>
        <p:spPr>
          <a:xfrm>
            <a:off x="406206" y="2767280"/>
            <a:ext cx="3830703" cy="1323439"/>
          </a:xfrm>
        </p:spPr>
        <p:txBody>
          <a:bodyPr>
            <a:normAutofit fontScale="90000"/>
          </a:bodyPr>
          <a:lstStyle/>
          <a:p>
            <a:r>
              <a:rPr lang="en-GB" dirty="0"/>
              <a:t>ROS serial communication</a:t>
            </a:r>
          </a:p>
        </p:txBody>
      </p:sp>
      <p:sp>
        <p:nvSpPr>
          <p:cNvPr id="3" name="Subtitle 2">
            <a:extLst>
              <a:ext uri="{FF2B5EF4-FFF2-40B4-BE49-F238E27FC236}">
                <a16:creationId xmlns:a16="http://schemas.microsoft.com/office/drawing/2014/main" id="{A0F13DC6-B09E-2CD5-86E3-112A0919B40D}"/>
              </a:ext>
            </a:extLst>
          </p:cNvPr>
          <p:cNvSpPr>
            <a:spLocks noGrp="1"/>
          </p:cNvSpPr>
          <p:nvPr>
            <p:ph type="subTitle" idx="1"/>
          </p:nvPr>
        </p:nvSpPr>
        <p:spPr/>
        <p:txBody>
          <a:bodyPr>
            <a:normAutofit fontScale="92500"/>
          </a:bodyPr>
          <a:lstStyle/>
          <a:p>
            <a:r>
              <a:rPr lang="en-GB" dirty="0"/>
              <a:t>Interfacing a microcontroller and ROS</a:t>
            </a:r>
          </a:p>
        </p:txBody>
      </p:sp>
    </p:spTree>
    <p:extLst>
      <p:ext uri="{BB962C8B-B14F-4D97-AF65-F5344CB8AC3E}">
        <p14:creationId xmlns:p14="http://schemas.microsoft.com/office/powerpoint/2010/main" val="189954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77ABC34-74C0-2953-2D31-2C22AF62119D}"/>
              </a:ext>
            </a:extLst>
          </p:cNvPr>
          <p:cNvGrpSpPr/>
          <p:nvPr/>
        </p:nvGrpSpPr>
        <p:grpSpPr>
          <a:xfrm>
            <a:off x="2461056" y="1143854"/>
            <a:ext cx="8965934" cy="4562962"/>
            <a:chOff x="380330" y="1151176"/>
            <a:chExt cx="8965934" cy="4562962"/>
          </a:xfrm>
        </p:grpSpPr>
        <p:sp>
          <p:nvSpPr>
            <p:cNvPr id="3" name="Hexagon 2">
              <a:extLst>
                <a:ext uri="{FF2B5EF4-FFF2-40B4-BE49-F238E27FC236}">
                  <a16:creationId xmlns:a16="http://schemas.microsoft.com/office/drawing/2014/main" id="{FDFFEC81-0B43-AFBA-4652-78AD6EF5545B}"/>
                </a:ext>
              </a:extLst>
            </p:cNvPr>
            <p:cNvSpPr/>
            <p:nvPr/>
          </p:nvSpPr>
          <p:spPr>
            <a:xfrm>
              <a:off x="5119649" y="2950726"/>
              <a:ext cx="415941" cy="358570"/>
            </a:xfrm>
            <a:prstGeom prst="hexagon">
              <a:avLst/>
            </a:prstGeom>
            <a:solidFill>
              <a:srgbClr val="00C4F2"/>
            </a:soli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Nexa Bold" panose="02000000000000000000" pitchFamily="50" charset="0"/>
                </a:rPr>
                <a:t>4</a:t>
              </a:r>
            </a:p>
          </p:txBody>
        </p:sp>
        <p:sp>
          <p:nvSpPr>
            <p:cNvPr id="4" name="Hexagon 3">
              <a:extLst>
                <a:ext uri="{FF2B5EF4-FFF2-40B4-BE49-F238E27FC236}">
                  <a16:creationId xmlns:a16="http://schemas.microsoft.com/office/drawing/2014/main" id="{C156C482-A9AC-4718-143B-0A25F94D1FAD}"/>
                </a:ext>
              </a:extLst>
            </p:cNvPr>
            <p:cNvSpPr/>
            <p:nvPr/>
          </p:nvSpPr>
          <p:spPr>
            <a:xfrm>
              <a:off x="5114593" y="3548683"/>
              <a:ext cx="415941" cy="358570"/>
            </a:xfrm>
            <a:prstGeom prst="hexagon">
              <a:avLst/>
            </a:prstGeom>
            <a:solidFill>
              <a:srgbClr val="00C4F2"/>
            </a:soli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Nexa Bold" panose="02000000000000000000" pitchFamily="50" charset="0"/>
                </a:rPr>
                <a:t>5</a:t>
              </a:r>
            </a:p>
          </p:txBody>
        </p:sp>
        <p:sp>
          <p:nvSpPr>
            <p:cNvPr id="5" name="Hexagon 4">
              <a:extLst>
                <a:ext uri="{FF2B5EF4-FFF2-40B4-BE49-F238E27FC236}">
                  <a16:creationId xmlns:a16="http://schemas.microsoft.com/office/drawing/2014/main" id="{D276B1C4-DFDB-A88E-3E77-39B2EF610DD6}"/>
                </a:ext>
              </a:extLst>
            </p:cNvPr>
            <p:cNvSpPr/>
            <p:nvPr/>
          </p:nvSpPr>
          <p:spPr>
            <a:xfrm>
              <a:off x="4967897" y="2352762"/>
              <a:ext cx="415941" cy="358570"/>
            </a:xfrm>
            <a:prstGeom prst="hexagon">
              <a:avLst/>
            </a:prstGeom>
            <a:solidFill>
              <a:srgbClr val="00C4F2"/>
            </a:soli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Nexa Bold" panose="02000000000000000000" pitchFamily="50" charset="0"/>
                </a:rPr>
                <a:t>3</a:t>
              </a:r>
            </a:p>
          </p:txBody>
        </p:sp>
        <p:sp>
          <p:nvSpPr>
            <p:cNvPr id="6" name="Hexagon 5">
              <a:extLst>
                <a:ext uri="{FF2B5EF4-FFF2-40B4-BE49-F238E27FC236}">
                  <a16:creationId xmlns:a16="http://schemas.microsoft.com/office/drawing/2014/main" id="{00833784-B18B-FBDE-91A7-F0620A47B682}"/>
                </a:ext>
              </a:extLst>
            </p:cNvPr>
            <p:cNvSpPr/>
            <p:nvPr/>
          </p:nvSpPr>
          <p:spPr>
            <a:xfrm>
              <a:off x="4967897" y="4146641"/>
              <a:ext cx="415941" cy="358570"/>
            </a:xfrm>
            <a:prstGeom prst="hexagon">
              <a:avLst/>
            </a:prstGeom>
            <a:solidFill>
              <a:srgbClr val="00C4F2"/>
            </a:soli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Nexa Bold" panose="02000000000000000000" pitchFamily="50" charset="0"/>
                </a:rPr>
                <a:t>6</a:t>
              </a:r>
            </a:p>
          </p:txBody>
        </p:sp>
        <p:sp>
          <p:nvSpPr>
            <p:cNvPr id="7" name="Hexagon 6">
              <a:extLst>
                <a:ext uri="{FF2B5EF4-FFF2-40B4-BE49-F238E27FC236}">
                  <a16:creationId xmlns:a16="http://schemas.microsoft.com/office/drawing/2014/main" id="{298A52C1-40F5-7CB9-E06D-FFEF4C6AB9F5}"/>
                </a:ext>
              </a:extLst>
            </p:cNvPr>
            <p:cNvSpPr/>
            <p:nvPr/>
          </p:nvSpPr>
          <p:spPr>
            <a:xfrm>
              <a:off x="4713076" y="4749455"/>
              <a:ext cx="415941" cy="358570"/>
            </a:xfrm>
            <a:prstGeom prst="hexagon">
              <a:avLst/>
            </a:prstGeom>
            <a:solidFill>
              <a:srgbClr val="00C4F2"/>
            </a:soli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Nexa Bold" panose="02000000000000000000" pitchFamily="50" charset="0"/>
                </a:rPr>
                <a:t>7</a:t>
              </a:r>
            </a:p>
          </p:txBody>
        </p:sp>
        <p:sp>
          <p:nvSpPr>
            <p:cNvPr id="8" name="Hexagon 7">
              <a:extLst>
                <a:ext uri="{FF2B5EF4-FFF2-40B4-BE49-F238E27FC236}">
                  <a16:creationId xmlns:a16="http://schemas.microsoft.com/office/drawing/2014/main" id="{B13D105B-18E3-9B2F-9FE6-B3BDEF0E1F40}"/>
                </a:ext>
              </a:extLst>
            </p:cNvPr>
            <p:cNvSpPr/>
            <p:nvPr/>
          </p:nvSpPr>
          <p:spPr>
            <a:xfrm>
              <a:off x="4713076" y="1755568"/>
              <a:ext cx="415941" cy="358570"/>
            </a:xfrm>
            <a:prstGeom prst="hexagon">
              <a:avLst/>
            </a:prstGeom>
            <a:solidFill>
              <a:srgbClr val="00C4F2"/>
            </a:soli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Nexa Bold" panose="02000000000000000000" pitchFamily="50" charset="0"/>
                </a:rPr>
                <a:t>2</a:t>
              </a:r>
            </a:p>
          </p:txBody>
        </p:sp>
        <p:sp>
          <p:nvSpPr>
            <p:cNvPr id="9" name="Hexagon 8">
              <a:extLst>
                <a:ext uri="{FF2B5EF4-FFF2-40B4-BE49-F238E27FC236}">
                  <a16:creationId xmlns:a16="http://schemas.microsoft.com/office/drawing/2014/main" id="{D9B4AE0E-1B56-ECD4-FF3F-FA00AFEFE740}"/>
                </a:ext>
              </a:extLst>
            </p:cNvPr>
            <p:cNvSpPr/>
            <p:nvPr/>
          </p:nvSpPr>
          <p:spPr>
            <a:xfrm>
              <a:off x="4233409" y="5342567"/>
              <a:ext cx="415941" cy="358570"/>
            </a:xfrm>
            <a:prstGeom prst="hexagon">
              <a:avLst/>
            </a:prstGeom>
            <a:solidFill>
              <a:srgbClr val="00C4F2"/>
            </a:soli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Nexa Bold" panose="02000000000000000000" pitchFamily="50" charset="0"/>
                </a:rPr>
                <a:t>8</a:t>
              </a:r>
            </a:p>
          </p:txBody>
        </p:sp>
        <p:sp>
          <p:nvSpPr>
            <p:cNvPr id="10" name="Hexagon 9">
              <a:extLst>
                <a:ext uri="{FF2B5EF4-FFF2-40B4-BE49-F238E27FC236}">
                  <a16:creationId xmlns:a16="http://schemas.microsoft.com/office/drawing/2014/main" id="{0D7265F9-DB95-A93D-A1E4-3BFF88ECF85E}"/>
                </a:ext>
              </a:extLst>
            </p:cNvPr>
            <p:cNvSpPr/>
            <p:nvPr/>
          </p:nvSpPr>
          <p:spPr>
            <a:xfrm>
              <a:off x="4233409" y="1156863"/>
              <a:ext cx="415941" cy="358570"/>
            </a:xfrm>
            <a:prstGeom prst="hexagon">
              <a:avLst/>
            </a:prstGeom>
            <a:solidFill>
              <a:srgbClr val="00C4F2"/>
            </a:soli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Nexa Bold" panose="02000000000000000000" pitchFamily="50" charset="0"/>
                </a:rPr>
                <a:t>1</a:t>
              </a:r>
            </a:p>
          </p:txBody>
        </p:sp>
        <p:pic>
          <p:nvPicPr>
            <p:cNvPr id="11" name="Picture 10" descr="Logo, icon&#10;&#10;Description automatically generated">
              <a:extLst>
                <a:ext uri="{FF2B5EF4-FFF2-40B4-BE49-F238E27FC236}">
                  <a16:creationId xmlns:a16="http://schemas.microsoft.com/office/drawing/2014/main" id="{BF296997-CB70-4052-FA8D-BA3061F2AC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083" y="1538095"/>
              <a:ext cx="3781799" cy="3781799"/>
            </a:xfrm>
            <a:prstGeom prst="rect">
              <a:avLst/>
            </a:prstGeom>
          </p:spPr>
        </p:pic>
        <p:sp>
          <p:nvSpPr>
            <p:cNvPr id="12" name="Arc 11">
              <a:extLst>
                <a:ext uri="{FF2B5EF4-FFF2-40B4-BE49-F238E27FC236}">
                  <a16:creationId xmlns:a16="http://schemas.microsoft.com/office/drawing/2014/main" id="{370E7A69-33C1-21EB-0118-A14B765B5E8A}"/>
                </a:ext>
              </a:extLst>
            </p:cNvPr>
            <p:cNvSpPr/>
            <p:nvPr/>
          </p:nvSpPr>
          <p:spPr>
            <a:xfrm rot="2346162">
              <a:off x="380330" y="1272876"/>
              <a:ext cx="4312235" cy="4312235"/>
            </a:xfrm>
            <a:prstGeom prst="arc">
              <a:avLst>
                <a:gd name="adj1" fmla="val 16227433"/>
                <a:gd name="adj2" fmla="val 706857"/>
              </a:avLst>
            </a:prstGeom>
            <a:ln w="57150"/>
          </p:spPr>
          <p:style>
            <a:lnRef idx="3">
              <a:schemeClr val="accent3"/>
            </a:lnRef>
            <a:fillRef idx="0">
              <a:schemeClr val="accent3"/>
            </a:fillRef>
            <a:effectRef idx="2">
              <a:schemeClr val="accent3"/>
            </a:effectRef>
            <a:fontRef idx="minor">
              <a:schemeClr val="tx1"/>
            </a:fontRef>
          </p:style>
          <p:txBody>
            <a:bodyPr rtlCol="0" anchor="ctr"/>
            <a:lstStyle/>
            <a:p>
              <a:pPr algn="ctr"/>
              <a:endParaRPr lang="en-GB" dirty="0"/>
            </a:p>
          </p:txBody>
        </p:sp>
        <p:sp>
          <p:nvSpPr>
            <p:cNvPr id="13" name="TextBox 12">
              <a:extLst>
                <a:ext uri="{FF2B5EF4-FFF2-40B4-BE49-F238E27FC236}">
                  <a16:creationId xmlns:a16="http://schemas.microsoft.com/office/drawing/2014/main" id="{FFDC2737-D47F-9D5D-D6ED-3BBB87B86462}"/>
                </a:ext>
              </a:extLst>
            </p:cNvPr>
            <p:cNvSpPr txBox="1"/>
            <p:nvPr/>
          </p:nvSpPr>
          <p:spPr>
            <a:xfrm>
              <a:off x="4699689" y="1151176"/>
              <a:ext cx="2333670" cy="369332"/>
            </a:xfrm>
            <a:prstGeom prst="rect">
              <a:avLst/>
            </a:prstGeom>
            <a:noFill/>
          </p:spPr>
          <p:txBody>
            <a:bodyPr wrap="square" rtlCol="0">
              <a:spAutoFit/>
            </a:bodyPr>
            <a:lstStyle/>
            <a:p>
              <a:r>
                <a:rPr lang="en-GB" dirty="0" err="1">
                  <a:solidFill>
                    <a:schemeClr val="bg2">
                      <a:lumMod val="50000"/>
                    </a:schemeClr>
                  </a:solidFill>
                  <a:latin typeface="Nexa-Light" panose="01000000000000000000" pitchFamily="2" charset="0"/>
                </a:rPr>
                <a:t>Rosserial</a:t>
              </a:r>
              <a:endParaRPr lang="en-GB" dirty="0">
                <a:solidFill>
                  <a:schemeClr val="bg2">
                    <a:lumMod val="50000"/>
                  </a:schemeClr>
                </a:solidFill>
                <a:latin typeface="Nexa-Light" panose="01000000000000000000" pitchFamily="2" charset="0"/>
              </a:endParaRPr>
            </a:p>
          </p:txBody>
        </p:sp>
        <p:sp>
          <p:nvSpPr>
            <p:cNvPr id="14" name="TextBox 13">
              <a:extLst>
                <a:ext uri="{FF2B5EF4-FFF2-40B4-BE49-F238E27FC236}">
                  <a16:creationId xmlns:a16="http://schemas.microsoft.com/office/drawing/2014/main" id="{1558AEF1-11BB-7E4A-DECF-46B54DF920A4}"/>
                </a:ext>
              </a:extLst>
            </p:cNvPr>
            <p:cNvSpPr txBox="1"/>
            <p:nvPr/>
          </p:nvSpPr>
          <p:spPr>
            <a:xfrm>
              <a:off x="5175866" y="1751740"/>
              <a:ext cx="3195000" cy="369332"/>
            </a:xfrm>
            <a:prstGeom prst="rect">
              <a:avLst/>
            </a:prstGeom>
            <a:noFill/>
          </p:spPr>
          <p:txBody>
            <a:bodyPr wrap="square" rtlCol="0">
              <a:spAutoFit/>
            </a:bodyPr>
            <a:lstStyle/>
            <a:p>
              <a:r>
                <a:rPr lang="en-GB" dirty="0" err="1">
                  <a:solidFill>
                    <a:schemeClr val="bg2">
                      <a:lumMod val="50000"/>
                    </a:schemeClr>
                  </a:solidFill>
                  <a:latin typeface="Nexa-Light" panose="01000000000000000000" pitchFamily="2" charset="0"/>
                </a:rPr>
                <a:t>Rosserial</a:t>
              </a:r>
              <a:r>
                <a:rPr lang="en-GB" dirty="0">
                  <a:solidFill>
                    <a:schemeClr val="bg2">
                      <a:lumMod val="50000"/>
                    </a:schemeClr>
                  </a:solidFill>
                  <a:latin typeface="Nexa-Light" panose="01000000000000000000" pitchFamily="2" charset="0"/>
                </a:rPr>
                <a:t> Examples.</a:t>
              </a:r>
            </a:p>
          </p:txBody>
        </p:sp>
        <p:sp>
          <p:nvSpPr>
            <p:cNvPr id="15" name="TextBox 14">
              <a:extLst>
                <a:ext uri="{FF2B5EF4-FFF2-40B4-BE49-F238E27FC236}">
                  <a16:creationId xmlns:a16="http://schemas.microsoft.com/office/drawing/2014/main" id="{3F0F432D-417A-1715-9F9F-30DBAC4F46B3}"/>
                </a:ext>
              </a:extLst>
            </p:cNvPr>
            <p:cNvSpPr txBox="1"/>
            <p:nvPr/>
          </p:nvSpPr>
          <p:spPr>
            <a:xfrm>
              <a:off x="5452030" y="2351574"/>
              <a:ext cx="3075143" cy="369332"/>
            </a:xfrm>
            <a:prstGeom prst="rect">
              <a:avLst/>
            </a:prstGeom>
            <a:noFill/>
          </p:spPr>
          <p:txBody>
            <a:bodyPr wrap="square" rtlCol="0">
              <a:spAutoFit/>
            </a:bodyPr>
            <a:lstStyle/>
            <a:p>
              <a:r>
                <a:rPr lang="en-GB" dirty="0">
                  <a:solidFill>
                    <a:schemeClr val="bg2">
                      <a:lumMod val="50000"/>
                    </a:schemeClr>
                  </a:solidFill>
                  <a:latin typeface="Nexa-Light" panose="01000000000000000000" pitchFamily="2" charset="0"/>
                </a:rPr>
                <a:t>MCU Program </a:t>
              </a:r>
            </a:p>
          </p:txBody>
        </p:sp>
        <p:sp>
          <p:nvSpPr>
            <p:cNvPr id="16" name="TextBox 15">
              <a:extLst>
                <a:ext uri="{FF2B5EF4-FFF2-40B4-BE49-F238E27FC236}">
                  <a16:creationId xmlns:a16="http://schemas.microsoft.com/office/drawing/2014/main" id="{8E92C0C0-D3C9-B6D3-CB5E-3B761E019219}"/>
                </a:ext>
              </a:extLst>
            </p:cNvPr>
            <p:cNvSpPr txBox="1"/>
            <p:nvPr/>
          </p:nvSpPr>
          <p:spPr>
            <a:xfrm>
              <a:off x="5564466" y="2949968"/>
              <a:ext cx="3781798" cy="369332"/>
            </a:xfrm>
            <a:prstGeom prst="rect">
              <a:avLst/>
            </a:prstGeom>
            <a:noFill/>
          </p:spPr>
          <p:txBody>
            <a:bodyPr wrap="square" rtlCol="0">
              <a:spAutoFit/>
            </a:bodyPr>
            <a:lstStyle/>
            <a:p>
              <a:r>
                <a:rPr lang="en-GB" dirty="0">
                  <a:solidFill>
                    <a:schemeClr val="bg2">
                      <a:lumMod val="50000"/>
                    </a:schemeClr>
                  </a:solidFill>
                  <a:latin typeface="Nexa-Light" panose="01000000000000000000" pitchFamily="2" charset="0"/>
                </a:rPr>
                <a:t>ROS Sketch Structure</a:t>
              </a:r>
            </a:p>
          </p:txBody>
        </p:sp>
        <p:sp>
          <p:nvSpPr>
            <p:cNvPr id="17" name="TextBox 16">
              <a:extLst>
                <a:ext uri="{FF2B5EF4-FFF2-40B4-BE49-F238E27FC236}">
                  <a16:creationId xmlns:a16="http://schemas.microsoft.com/office/drawing/2014/main" id="{1075B9F0-B75B-E498-92A4-0C55B0513F24}"/>
                </a:ext>
              </a:extLst>
            </p:cNvPr>
            <p:cNvSpPr txBox="1"/>
            <p:nvPr/>
          </p:nvSpPr>
          <p:spPr>
            <a:xfrm>
              <a:off x="5564466" y="3554611"/>
              <a:ext cx="3375384" cy="369332"/>
            </a:xfrm>
            <a:prstGeom prst="rect">
              <a:avLst/>
            </a:prstGeom>
            <a:noFill/>
          </p:spPr>
          <p:txBody>
            <a:bodyPr wrap="square" rtlCol="0">
              <a:spAutoFit/>
            </a:bodyPr>
            <a:lstStyle/>
            <a:p>
              <a:r>
                <a:rPr lang="en-GB" dirty="0">
                  <a:solidFill>
                    <a:schemeClr val="bg2">
                      <a:lumMod val="50000"/>
                    </a:schemeClr>
                  </a:solidFill>
                  <a:latin typeface="Nexa-Light" panose="01000000000000000000" pitchFamily="2" charset="0"/>
                </a:rPr>
                <a:t>ROS Activity</a:t>
              </a:r>
            </a:p>
          </p:txBody>
        </p:sp>
        <p:sp>
          <p:nvSpPr>
            <p:cNvPr id="18" name="TextBox 17">
              <a:extLst>
                <a:ext uri="{FF2B5EF4-FFF2-40B4-BE49-F238E27FC236}">
                  <a16:creationId xmlns:a16="http://schemas.microsoft.com/office/drawing/2014/main" id="{5481A0C5-5EDC-C21A-0C4A-09811C180A7B}"/>
                </a:ext>
              </a:extLst>
            </p:cNvPr>
            <p:cNvSpPr txBox="1"/>
            <p:nvPr/>
          </p:nvSpPr>
          <p:spPr>
            <a:xfrm>
              <a:off x="5452030" y="4149444"/>
              <a:ext cx="3894233" cy="369332"/>
            </a:xfrm>
            <a:prstGeom prst="rect">
              <a:avLst/>
            </a:prstGeom>
            <a:noFill/>
          </p:spPr>
          <p:txBody>
            <a:bodyPr wrap="square" rtlCol="0">
              <a:spAutoFit/>
            </a:bodyPr>
            <a:lstStyle/>
            <a:p>
              <a:r>
                <a:rPr lang="en-GB" dirty="0">
                  <a:solidFill>
                    <a:schemeClr val="bg2">
                      <a:lumMod val="50000"/>
                    </a:schemeClr>
                  </a:solidFill>
                  <a:latin typeface="Nexa-Light" panose="01000000000000000000" pitchFamily="2" charset="0"/>
                </a:rPr>
                <a:t>Requirements/sketch</a:t>
              </a:r>
            </a:p>
          </p:txBody>
        </p:sp>
        <p:sp>
          <p:nvSpPr>
            <p:cNvPr id="19" name="TextBox 18">
              <a:extLst>
                <a:ext uri="{FF2B5EF4-FFF2-40B4-BE49-F238E27FC236}">
                  <a16:creationId xmlns:a16="http://schemas.microsoft.com/office/drawing/2014/main" id="{620891F5-5DC7-D1B7-CE71-77C6DFDD8D01}"/>
                </a:ext>
              </a:extLst>
            </p:cNvPr>
            <p:cNvSpPr txBox="1"/>
            <p:nvPr/>
          </p:nvSpPr>
          <p:spPr>
            <a:xfrm>
              <a:off x="5175866" y="4740903"/>
              <a:ext cx="3278885" cy="369332"/>
            </a:xfrm>
            <a:prstGeom prst="rect">
              <a:avLst/>
            </a:prstGeom>
            <a:noFill/>
          </p:spPr>
          <p:txBody>
            <a:bodyPr wrap="square" rtlCol="0">
              <a:spAutoFit/>
            </a:bodyPr>
            <a:lstStyle/>
            <a:p>
              <a:r>
                <a:rPr lang="en-GB" dirty="0">
                  <a:solidFill>
                    <a:schemeClr val="bg2">
                      <a:lumMod val="50000"/>
                    </a:schemeClr>
                  </a:solidFill>
                  <a:latin typeface="Nexa-Light" panose="01000000000000000000" pitchFamily="2" charset="0"/>
                </a:rPr>
                <a:t>Compilation and uploading</a:t>
              </a:r>
            </a:p>
          </p:txBody>
        </p:sp>
        <p:sp>
          <p:nvSpPr>
            <p:cNvPr id="20" name="TextBox 19">
              <a:extLst>
                <a:ext uri="{FF2B5EF4-FFF2-40B4-BE49-F238E27FC236}">
                  <a16:creationId xmlns:a16="http://schemas.microsoft.com/office/drawing/2014/main" id="{90CC8706-5633-48AE-A2CC-EB970E6D3720}"/>
                </a:ext>
              </a:extLst>
            </p:cNvPr>
            <p:cNvSpPr txBox="1"/>
            <p:nvPr/>
          </p:nvSpPr>
          <p:spPr>
            <a:xfrm>
              <a:off x="4699689" y="5344806"/>
              <a:ext cx="2333670" cy="369332"/>
            </a:xfrm>
            <a:prstGeom prst="rect">
              <a:avLst/>
            </a:prstGeom>
            <a:noFill/>
          </p:spPr>
          <p:txBody>
            <a:bodyPr wrap="square" rtlCol="0">
              <a:spAutoFit/>
            </a:bodyPr>
            <a:lstStyle/>
            <a:p>
              <a:r>
                <a:rPr lang="en-GB" dirty="0">
                  <a:solidFill>
                    <a:schemeClr val="bg2">
                      <a:lumMod val="50000"/>
                    </a:schemeClr>
                  </a:solidFill>
                  <a:latin typeface="Nexa-Light" panose="01000000000000000000" pitchFamily="2" charset="0"/>
                </a:rPr>
                <a:t>Questions</a:t>
              </a:r>
            </a:p>
          </p:txBody>
        </p:sp>
      </p:grpSp>
      <p:sp>
        <p:nvSpPr>
          <p:cNvPr id="21" name="Title 1">
            <a:extLst>
              <a:ext uri="{FF2B5EF4-FFF2-40B4-BE49-F238E27FC236}">
                <a16:creationId xmlns:a16="http://schemas.microsoft.com/office/drawing/2014/main" id="{00F553E9-9091-D5E1-D87C-5F72D33A2C23}"/>
              </a:ext>
            </a:extLst>
          </p:cNvPr>
          <p:cNvSpPr txBox="1">
            <a:spLocks/>
          </p:cNvSpPr>
          <p:nvPr/>
        </p:nvSpPr>
        <p:spPr>
          <a:xfrm rot="16200000">
            <a:off x="-1941479" y="3090625"/>
            <a:ext cx="5491756" cy="6694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dirty="0">
                <a:solidFill>
                  <a:srgbClr val="00B0F0"/>
                </a:solidFill>
                <a:latin typeface="Nexa-Book" panose="01000000000000000000" pitchFamily="2" charset="0"/>
              </a:rPr>
              <a:t>Table of contents</a:t>
            </a:r>
          </a:p>
        </p:txBody>
      </p:sp>
    </p:spTree>
    <p:extLst>
      <p:ext uri="{BB962C8B-B14F-4D97-AF65-F5344CB8AC3E}">
        <p14:creationId xmlns:p14="http://schemas.microsoft.com/office/powerpoint/2010/main" val="747795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9A647-8CAF-7176-BFD0-C2C8655406A6}"/>
              </a:ext>
            </a:extLst>
          </p:cNvPr>
          <p:cNvSpPr>
            <a:spLocks noGrp="1"/>
          </p:cNvSpPr>
          <p:nvPr>
            <p:ph type="ctrTitle"/>
          </p:nvPr>
        </p:nvSpPr>
        <p:spPr>
          <a:xfrm>
            <a:off x="406206" y="2767280"/>
            <a:ext cx="3864780" cy="1323439"/>
          </a:xfrm>
        </p:spPr>
        <p:txBody>
          <a:bodyPr>
            <a:normAutofit fontScale="90000"/>
          </a:bodyPr>
          <a:lstStyle/>
          <a:p>
            <a:r>
              <a:rPr lang="en-GB" dirty="0"/>
              <a:t>ROS Serial Communication</a:t>
            </a:r>
          </a:p>
        </p:txBody>
      </p:sp>
      <p:sp>
        <p:nvSpPr>
          <p:cNvPr id="3" name="Subtitle 2">
            <a:extLst>
              <a:ext uri="{FF2B5EF4-FFF2-40B4-BE49-F238E27FC236}">
                <a16:creationId xmlns:a16="http://schemas.microsoft.com/office/drawing/2014/main" id="{1435F319-CC6B-7F45-502C-608288D8E4F7}"/>
              </a:ext>
            </a:extLst>
          </p:cNvPr>
          <p:cNvSpPr>
            <a:spLocks noGrp="1"/>
          </p:cNvSpPr>
          <p:nvPr>
            <p:ph type="subTitle" idx="1"/>
          </p:nvPr>
        </p:nvSpPr>
        <p:spPr/>
        <p:txBody>
          <a:bodyPr/>
          <a:lstStyle/>
          <a:p>
            <a:r>
              <a:rPr lang="en-GB" dirty="0" err="1"/>
              <a:t>Rosserial</a:t>
            </a:r>
            <a:endParaRPr lang="en-GB" dirty="0"/>
          </a:p>
        </p:txBody>
      </p:sp>
    </p:spTree>
    <p:extLst>
      <p:ext uri="{BB962C8B-B14F-4D97-AF65-F5344CB8AC3E}">
        <p14:creationId xmlns:p14="http://schemas.microsoft.com/office/powerpoint/2010/main" val="1422919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96F2F3-E7D1-9FE7-695F-B7EA58657987}"/>
              </a:ext>
            </a:extLst>
          </p:cNvPr>
          <p:cNvSpPr>
            <a:spLocks noGrp="1"/>
          </p:cNvSpPr>
          <p:nvPr>
            <p:ph sz="half" idx="1"/>
          </p:nvPr>
        </p:nvSpPr>
        <p:spPr/>
        <p:txBody>
          <a:bodyPr>
            <a:normAutofit lnSpcReduction="10000"/>
          </a:bodyPr>
          <a:lstStyle/>
          <a:p>
            <a:pPr marL="0" indent="0">
              <a:lnSpc>
                <a:spcPct val="150000"/>
              </a:lnSpc>
              <a:buNone/>
            </a:pPr>
            <a:r>
              <a:rPr lang="en-GB" sz="2000" dirty="0" err="1">
                <a:latin typeface="Nexa-Bold" panose="01000000000000000000" pitchFamily="2" charset="0"/>
              </a:rPr>
              <a:t>Rosserial</a:t>
            </a:r>
            <a:endParaRPr lang="en-US" sz="2000" dirty="0">
              <a:hlinkClick r:id="rId2">
                <a:extLst>
                  <a:ext uri="{A12FA001-AC4F-418D-AE19-62706E023703}">
                    <ahyp:hlinkClr xmlns:ahyp="http://schemas.microsoft.com/office/drawing/2018/hyperlinkcolor" val="tx"/>
                  </a:ext>
                </a:extLst>
              </a:hlinkClick>
            </a:endParaRPr>
          </a:p>
          <a:p>
            <a:pPr>
              <a:lnSpc>
                <a:spcPct val="150000"/>
              </a:lnSpc>
            </a:pPr>
            <a:r>
              <a:rPr lang="en-US" sz="1400" dirty="0" err="1"/>
              <a:t>Rosserial</a:t>
            </a:r>
            <a:r>
              <a:rPr lang="en-US" sz="1400" dirty="0"/>
              <a:t> was created with the purpose of standardizing the communication between computers and robotic hardware.</a:t>
            </a:r>
          </a:p>
          <a:p>
            <a:pPr>
              <a:lnSpc>
                <a:spcPct val="150000"/>
              </a:lnSpc>
            </a:pPr>
            <a:r>
              <a:rPr lang="en-US" sz="1400" dirty="0" err="1"/>
              <a:t>Rosserial</a:t>
            </a:r>
            <a:r>
              <a:rPr lang="en-US" sz="1400" dirty="0"/>
              <a:t> is a protocol for wrapping standard ROS serialized messages and multiplexing multiple topics and services over a character device such as a serial port or network socket.</a:t>
            </a:r>
          </a:p>
          <a:p>
            <a:pPr>
              <a:lnSpc>
                <a:spcPct val="150000"/>
              </a:lnSpc>
            </a:pPr>
            <a:r>
              <a:rPr lang="en-GB" sz="1400" dirty="0"/>
              <a:t>Allows the hardware to communicate with the rest of the ROS system.</a:t>
            </a:r>
          </a:p>
          <a:p>
            <a:pPr>
              <a:lnSpc>
                <a:spcPct val="150000"/>
              </a:lnSpc>
            </a:pPr>
            <a:r>
              <a:rPr lang="en-GB" sz="1400" dirty="0" err="1"/>
              <a:t>Rosserial</a:t>
            </a:r>
            <a:r>
              <a:rPr lang="en-GB" sz="1400" dirty="0"/>
              <a:t> allows them to use topics, services and logging features of ROS.</a:t>
            </a:r>
          </a:p>
        </p:txBody>
      </p:sp>
      <p:pic>
        <p:nvPicPr>
          <p:cNvPr id="5" name="Content Placeholder 4">
            <a:extLst>
              <a:ext uri="{FF2B5EF4-FFF2-40B4-BE49-F238E27FC236}">
                <a16:creationId xmlns:a16="http://schemas.microsoft.com/office/drawing/2014/main" id="{29821B49-7AAF-A7FD-0357-8580A858D7CF}"/>
              </a:ext>
            </a:extLst>
          </p:cNvPr>
          <p:cNvPicPr>
            <a:picLocks noGrp="1" noChangeAspect="1"/>
          </p:cNvPicPr>
          <p:nvPr>
            <p:ph sz="half" idx="2"/>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p:blipFill>
        <p:spPr>
          <a:xfrm>
            <a:off x="5882424" y="2050696"/>
            <a:ext cx="6234837" cy="3873585"/>
          </a:xfrm>
          <a:prstGeom prst="rect">
            <a:avLst/>
          </a:prstGeom>
        </p:spPr>
      </p:pic>
      <p:sp>
        <p:nvSpPr>
          <p:cNvPr id="4" name="Title 3">
            <a:extLst>
              <a:ext uri="{FF2B5EF4-FFF2-40B4-BE49-F238E27FC236}">
                <a16:creationId xmlns:a16="http://schemas.microsoft.com/office/drawing/2014/main" id="{9DBDE074-ABEB-684C-C3AB-1CCDA4000186}"/>
              </a:ext>
            </a:extLst>
          </p:cNvPr>
          <p:cNvSpPr>
            <a:spLocks noGrp="1"/>
          </p:cNvSpPr>
          <p:nvPr>
            <p:ph type="title"/>
          </p:nvPr>
        </p:nvSpPr>
        <p:spPr/>
        <p:txBody>
          <a:bodyPr/>
          <a:lstStyle/>
          <a:p>
            <a:r>
              <a:rPr lang="en-GB" dirty="0" err="1"/>
              <a:t>Rosserial</a:t>
            </a:r>
            <a:endParaRPr lang="en-GB" dirty="0"/>
          </a:p>
        </p:txBody>
      </p:sp>
    </p:spTree>
    <p:extLst>
      <p:ext uri="{BB962C8B-B14F-4D97-AF65-F5344CB8AC3E}">
        <p14:creationId xmlns:p14="http://schemas.microsoft.com/office/powerpoint/2010/main" val="3559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E12EE8-4A26-DFEA-742E-676CFECDCD6D}"/>
              </a:ext>
            </a:extLst>
          </p:cNvPr>
          <p:cNvSpPr>
            <a:spLocks noGrp="1"/>
          </p:cNvSpPr>
          <p:nvPr>
            <p:ph sz="half" idx="1"/>
          </p:nvPr>
        </p:nvSpPr>
        <p:spPr>
          <a:xfrm>
            <a:off x="99865" y="1836984"/>
            <a:ext cx="3563415" cy="4351338"/>
          </a:xfrm>
        </p:spPr>
        <p:txBody>
          <a:bodyPr>
            <a:normAutofit/>
          </a:bodyPr>
          <a:lstStyle/>
          <a:p>
            <a:pPr marL="0" indent="0">
              <a:lnSpc>
                <a:spcPct val="150000"/>
              </a:lnSpc>
              <a:buNone/>
            </a:pPr>
            <a:r>
              <a:rPr lang="en-GB" sz="2000" dirty="0" err="1">
                <a:latin typeface="Nexa-Bold" panose="01000000000000000000" pitchFamily="2" charset="0"/>
              </a:rPr>
              <a:t>Rosserial</a:t>
            </a:r>
            <a:endParaRPr lang="en-US" sz="2000" dirty="0">
              <a:hlinkClick r:id="rId2">
                <a:extLst>
                  <a:ext uri="{A12FA001-AC4F-418D-AE19-62706E023703}">
                    <ahyp:hlinkClr xmlns:ahyp="http://schemas.microsoft.com/office/drawing/2018/hyperlinkcolor" val="tx"/>
                  </a:ext>
                </a:extLst>
              </a:hlinkClick>
            </a:endParaRPr>
          </a:p>
          <a:p>
            <a:pPr>
              <a:lnSpc>
                <a:spcPct val="150000"/>
              </a:lnSpc>
            </a:pPr>
            <a:r>
              <a:rPr lang="en-US" sz="1400" dirty="0"/>
              <a:t>In short, it allows to create ROS Nodes inside microcontrollers or different hardware, allowing communication with different systems inside the ROS network.</a:t>
            </a:r>
          </a:p>
          <a:p>
            <a:pPr>
              <a:lnSpc>
                <a:spcPct val="150000"/>
              </a:lnSpc>
            </a:pPr>
            <a:r>
              <a:rPr lang="en-US" sz="1400" dirty="0"/>
              <a:t>One example is the Puzzlebot. The robot utilizes </a:t>
            </a:r>
            <a:r>
              <a:rPr lang="en-US" sz="1400" dirty="0" err="1"/>
              <a:t>Rosserial</a:t>
            </a:r>
            <a:r>
              <a:rPr lang="en-US" sz="1400" dirty="0"/>
              <a:t> comm</a:t>
            </a:r>
            <a:r>
              <a:rPr lang="en-US" sz="1400" dirty="0">
                <a:hlinkClick r:id="rId2">
                  <a:extLst>
                    <a:ext uri="{A12FA001-AC4F-418D-AE19-62706E023703}">
                      <ahyp:hlinkClr xmlns:ahyp="http://schemas.microsoft.com/office/drawing/2018/hyperlinkcolor" val="tx"/>
                    </a:ext>
                  </a:extLst>
                </a:hlinkClick>
              </a:rPr>
              <a:t>u</a:t>
            </a:r>
            <a:r>
              <a:rPr lang="en-US" sz="1400" dirty="0"/>
              <a:t>nication to access the node created on the microcontroller that drives the different sensors and actuators.</a:t>
            </a:r>
          </a:p>
          <a:p>
            <a:pPr>
              <a:lnSpc>
                <a:spcPct val="150000"/>
              </a:lnSpc>
            </a:pPr>
            <a:endParaRPr lang="en-US" sz="1400" dirty="0">
              <a:hlinkClick r:id="rId2">
                <a:extLst>
                  <a:ext uri="{A12FA001-AC4F-418D-AE19-62706E023703}">
                    <ahyp:hlinkClr xmlns:ahyp="http://schemas.microsoft.com/office/drawing/2018/hyperlinkcolor" val="tx"/>
                  </a:ext>
                </a:extLst>
              </a:hlinkClick>
            </a:endParaRPr>
          </a:p>
          <a:p>
            <a:pPr marL="0" indent="0">
              <a:buNone/>
            </a:pPr>
            <a:endParaRPr lang="en-GB" dirty="0"/>
          </a:p>
        </p:txBody>
      </p:sp>
      <p:pic>
        <p:nvPicPr>
          <p:cNvPr id="5" name="Content Placeholder 4">
            <a:extLst>
              <a:ext uri="{FF2B5EF4-FFF2-40B4-BE49-F238E27FC236}">
                <a16:creationId xmlns:a16="http://schemas.microsoft.com/office/drawing/2014/main" id="{65DDAF9C-B549-061C-F185-7823CD4DAEE7}"/>
              </a:ext>
            </a:extLst>
          </p:cNvPr>
          <p:cNvPicPr>
            <a:picLocks noGrp="1" noChangeAspect="1"/>
          </p:cNvPicPr>
          <p:nvPr>
            <p:ph sz="half" idx="2"/>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775917" y="1967379"/>
            <a:ext cx="8416083" cy="4220943"/>
          </a:xfrm>
          <a:prstGeom prst="rect">
            <a:avLst/>
          </a:prstGeom>
        </p:spPr>
      </p:pic>
      <p:sp>
        <p:nvSpPr>
          <p:cNvPr id="4" name="Title 3">
            <a:extLst>
              <a:ext uri="{FF2B5EF4-FFF2-40B4-BE49-F238E27FC236}">
                <a16:creationId xmlns:a16="http://schemas.microsoft.com/office/drawing/2014/main" id="{75AF5B2C-0F08-2103-FB90-C86FD0C79AE8}"/>
              </a:ext>
            </a:extLst>
          </p:cNvPr>
          <p:cNvSpPr>
            <a:spLocks noGrp="1"/>
          </p:cNvSpPr>
          <p:nvPr>
            <p:ph type="title"/>
          </p:nvPr>
        </p:nvSpPr>
        <p:spPr/>
        <p:txBody>
          <a:bodyPr/>
          <a:lstStyle/>
          <a:p>
            <a:r>
              <a:rPr lang="en-US" dirty="0" err="1"/>
              <a:t>Rosserial</a:t>
            </a:r>
            <a:endParaRPr lang="en-GB" dirty="0"/>
          </a:p>
        </p:txBody>
      </p:sp>
    </p:spTree>
    <p:extLst>
      <p:ext uri="{BB962C8B-B14F-4D97-AF65-F5344CB8AC3E}">
        <p14:creationId xmlns:p14="http://schemas.microsoft.com/office/powerpoint/2010/main" val="2620592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76B931-86E2-0D70-89A7-C0260413999D}"/>
              </a:ext>
            </a:extLst>
          </p:cNvPr>
          <p:cNvSpPr>
            <a:spLocks noGrp="1"/>
          </p:cNvSpPr>
          <p:nvPr>
            <p:ph sz="half" idx="1"/>
          </p:nvPr>
        </p:nvSpPr>
        <p:spPr/>
        <p:txBody>
          <a:bodyPr>
            <a:normAutofit lnSpcReduction="10000"/>
          </a:bodyPr>
          <a:lstStyle/>
          <a:p>
            <a:pPr marL="0" indent="0">
              <a:lnSpc>
                <a:spcPct val="150000"/>
              </a:lnSpc>
              <a:buNone/>
            </a:pPr>
            <a:r>
              <a:rPr lang="en-GB" sz="2000" dirty="0" err="1">
                <a:latin typeface="Nexa-Bold" panose="01000000000000000000" pitchFamily="2" charset="0"/>
              </a:rPr>
              <a:t>Rosserial</a:t>
            </a:r>
            <a:endParaRPr lang="en-US" sz="2000" dirty="0">
              <a:hlinkClick r:id="rId2">
                <a:extLst>
                  <a:ext uri="{A12FA001-AC4F-418D-AE19-62706E023703}">
                    <ahyp:hlinkClr xmlns:ahyp="http://schemas.microsoft.com/office/drawing/2018/hyperlinkcolor" val="tx"/>
                  </a:ext>
                </a:extLst>
              </a:hlinkClick>
            </a:endParaRPr>
          </a:p>
          <a:p>
            <a:pPr>
              <a:lnSpc>
                <a:spcPct val="150000"/>
              </a:lnSpc>
            </a:pPr>
            <a:r>
              <a:rPr lang="en-US" sz="1400" dirty="0" err="1"/>
              <a:t>Rosserial</a:t>
            </a:r>
            <a:r>
              <a:rPr lang="en-US" sz="1400" dirty="0"/>
              <a:t> is has some limitations based on the microcontroller to be used. </a:t>
            </a:r>
          </a:p>
          <a:p>
            <a:pPr>
              <a:lnSpc>
                <a:spcPct val="150000"/>
              </a:lnSpc>
            </a:pPr>
            <a:r>
              <a:rPr lang="en-US" sz="1400" dirty="0"/>
              <a:t>One of the most common ones is the maximum size of a message, maximum number of publishers and subscribers.</a:t>
            </a:r>
            <a:endParaRPr lang="en-GB" sz="1400" dirty="0"/>
          </a:p>
          <a:p>
            <a:pPr lvl="1">
              <a:lnSpc>
                <a:spcPct val="150000"/>
              </a:lnSpc>
            </a:pPr>
            <a:r>
              <a:rPr lang="en-US" sz="1200" dirty="0"/>
              <a:t>ATMEGA168 (Arduino UNO) : 150/150 bytes input/output buffer and 6 publishers and 6 subscribers.</a:t>
            </a:r>
          </a:p>
          <a:p>
            <a:pPr lvl="1">
              <a:lnSpc>
                <a:spcPct val="150000"/>
              </a:lnSpc>
            </a:pPr>
            <a:r>
              <a:rPr lang="en-US" sz="1200" dirty="0"/>
              <a:t>ATMEGA328P (Arduino MEGA) 280/280 bytes input/output buffer and 25 publishers and 25 subscribers.</a:t>
            </a:r>
          </a:p>
          <a:p>
            <a:pPr>
              <a:lnSpc>
                <a:spcPct val="150000"/>
              </a:lnSpc>
            </a:pPr>
            <a:r>
              <a:rPr lang="en-US" sz="1400" dirty="0"/>
              <a:t>More information about </a:t>
            </a:r>
            <a:r>
              <a:rPr lang="en-US" sz="1400" dirty="0" err="1"/>
              <a:t>rosserial</a:t>
            </a:r>
            <a:r>
              <a:rPr lang="en-US" sz="1400" dirty="0"/>
              <a:t> and its limitations can be found </a:t>
            </a:r>
            <a:r>
              <a:rPr lang="en-US" sz="1400" dirty="0">
                <a:hlinkClick r:id="rId2"/>
              </a:rPr>
              <a:t>here</a:t>
            </a:r>
            <a:r>
              <a:rPr lang="en-US" sz="1400" dirty="0"/>
              <a:t>.</a:t>
            </a:r>
          </a:p>
        </p:txBody>
      </p:sp>
      <p:sp>
        <p:nvSpPr>
          <p:cNvPr id="3" name="Content Placeholder 2">
            <a:extLst>
              <a:ext uri="{FF2B5EF4-FFF2-40B4-BE49-F238E27FC236}">
                <a16:creationId xmlns:a16="http://schemas.microsoft.com/office/drawing/2014/main" id="{A84EC0B9-9F5A-2036-C36B-C49AC144D1E7}"/>
              </a:ext>
            </a:extLst>
          </p:cNvPr>
          <p:cNvSpPr>
            <a:spLocks noGrp="1"/>
          </p:cNvSpPr>
          <p:nvPr>
            <p:ph sz="half" idx="2"/>
          </p:nvPr>
        </p:nvSpPr>
        <p:spPr/>
        <p:txBody>
          <a:bodyPr>
            <a:normAutofit/>
          </a:bodyPr>
          <a:lstStyle/>
          <a:p>
            <a:pPr>
              <a:lnSpc>
                <a:spcPct val="150000"/>
              </a:lnSpc>
            </a:pPr>
            <a:r>
              <a:rPr lang="en-GB" sz="1400" dirty="0"/>
              <a:t>One of the most common usages of </a:t>
            </a:r>
            <a:r>
              <a:rPr lang="en-GB" sz="1400" dirty="0" err="1"/>
              <a:t>rosserial</a:t>
            </a:r>
            <a:r>
              <a:rPr lang="en-GB" sz="1400" dirty="0"/>
              <a:t> is to be used with a microcontroller (as described before) to communicate with sensors, actuators, etc.</a:t>
            </a:r>
          </a:p>
          <a:p>
            <a:pPr>
              <a:lnSpc>
                <a:spcPct val="150000"/>
              </a:lnSpc>
            </a:pPr>
            <a:r>
              <a:rPr lang="en-GB" sz="1400" dirty="0"/>
              <a:t>Unlike a computer running with ROS, the dedicated OS of the microcontrollers, allows the user to have more control over the timing functions required for certain hardware and control algorithms.</a:t>
            </a:r>
          </a:p>
          <a:p>
            <a:pPr>
              <a:lnSpc>
                <a:spcPct val="150000"/>
              </a:lnSpc>
            </a:pPr>
            <a:r>
              <a:rPr lang="en-GB" sz="1400" dirty="0"/>
              <a:t>Arduino and ESP32 are some of the most common microcontrollers used with </a:t>
            </a:r>
            <a:r>
              <a:rPr lang="en-GB" sz="1400" dirty="0" err="1"/>
              <a:t>rosserial</a:t>
            </a:r>
            <a:r>
              <a:rPr lang="en-GB" sz="1400" dirty="0"/>
              <a:t>.</a:t>
            </a:r>
          </a:p>
          <a:p>
            <a:pPr>
              <a:lnSpc>
                <a:spcPct val="150000"/>
              </a:lnSpc>
            </a:pPr>
            <a:r>
              <a:rPr lang="en-GB" sz="1400" dirty="0" err="1"/>
              <a:t>Rosserial</a:t>
            </a:r>
            <a:r>
              <a:rPr lang="en-GB" sz="1400" dirty="0"/>
              <a:t> is also used with other hardware like </a:t>
            </a:r>
            <a:r>
              <a:rPr lang="en-GB" sz="1400" dirty="0" err="1"/>
              <a:t>Xbee</a:t>
            </a:r>
            <a:r>
              <a:rPr lang="en-GB" sz="1400" dirty="0"/>
              <a:t>, </a:t>
            </a:r>
            <a:r>
              <a:rPr lang="en-US" sz="1400" dirty="0"/>
              <a:t>sensors and actuators with an embedded </a:t>
            </a:r>
            <a:r>
              <a:rPr lang="en-US" sz="1400" dirty="0" err="1"/>
              <a:t>linux</a:t>
            </a:r>
            <a:r>
              <a:rPr lang="en-US" sz="1400" dirty="0"/>
              <a:t>, </a:t>
            </a:r>
            <a:r>
              <a:rPr lang="en-US" sz="1400" dirty="0" err="1"/>
              <a:t>Mbed</a:t>
            </a:r>
            <a:r>
              <a:rPr lang="en-US" sz="1400" dirty="0"/>
              <a:t> platforms, etc.</a:t>
            </a:r>
            <a:endParaRPr lang="en-GB" sz="1400" dirty="0"/>
          </a:p>
          <a:p>
            <a:pPr>
              <a:lnSpc>
                <a:spcPct val="150000"/>
              </a:lnSpc>
            </a:pPr>
            <a:endParaRPr lang="en-GB" sz="1400" dirty="0"/>
          </a:p>
          <a:p>
            <a:pPr>
              <a:lnSpc>
                <a:spcPct val="150000"/>
              </a:lnSpc>
            </a:pPr>
            <a:endParaRPr lang="en-GB" sz="1400" dirty="0"/>
          </a:p>
        </p:txBody>
      </p:sp>
      <p:sp>
        <p:nvSpPr>
          <p:cNvPr id="4" name="Title 3">
            <a:extLst>
              <a:ext uri="{FF2B5EF4-FFF2-40B4-BE49-F238E27FC236}">
                <a16:creationId xmlns:a16="http://schemas.microsoft.com/office/drawing/2014/main" id="{334487F2-5D89-52E9-5457-862A526ABA26}"/>
              </a:ext>
            </a:extLst>
          </p:cNvPr>
          <p:cNvSpPr>
            <a:spLocks noGrp="1"/>
          </p:cNvSpPr>
          <p:nvPr>
            <p:ph type="title"/>
          </p:nvPr>
        </p:nvSpPr>
        <p:spPr/>
        <p:txBody>
          <a:bodyPr/>
          <a:lstStyle/>
          <a:p>
            <a:r>
              <a:rPr lang="en-GB" dirty="0" err="1"/>
              <a:t>Rosserial</a:t>
            </a:r>
            <a:endParaRPr lang="en-GB" dirty="0"/>
          </a:p>
        </p:txBody>
      </p:sp>
    </p:spTree>
    <p:extLst>
      <p:ext uri="{BB962C8B-B14F-4D97-AF65-F5344CB8AC3E}">
        <p14:creationId xmlns:p14="http://schemas.microsoft.com/office/powerpoint/2010/main" val="4275568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9A647-8CAF-7176-BFD0-C2C8655406A6}"/>
              </a:ext>
            </a:extLst>
          </p:cNvPr>
          <p:cNvSpPr>
            <a:spLocks noGrp="1"/>
          </p:cNvSpPr>
          <p:nvPr>
            <p:ph type="ctrTitle"/>
          </p:nvPr>
        </p:nvSpPr>
        <p:spPr>
          <a:xfrm>
            <a:off x="406206" y="2767280"/>
            <a:ext cx="3864780" cy="1323439"/>
          </a:xfrm>
        </p:spPr>
        <p:txBody>
          <a:bodyPr>
            <a:normAutofit fontScale="90000"/>
          </a:bodyPr>
          <a:lstStyle/>
          <a:p>
            <a:r>
              <a:rPr lang="en-GB" dirty="0"/>
              <a:t>ROS Serial Communication</a:t>
            </a:r>
          </a:p>
        </p:txBody>
      </p:sp>
      <p:sp>
        <p:nvSpPr>
          <p:cNvPr id="3" name="Subtitle 2">
            <a:extLst>
              <a:ext uri="{FF2B5EF4-FFF2-40B4-BE49-F238E27FC236}">
                <a16:creationId xmlns:a16="http://schemas.microsoft.com/office/drawing/2014/main" id="{1435F319-CC6B-7F45-502C-608288D8E4F7}"/>
              </a:ext>
            </a:extLst>
          </p:cNvPr>
          <p:cNvSpPr>
            <a:spLocks noGrp="1"/>
          </p:cNvSpPr>
          <p:nvPr>
            <p:ph type="subTitle" idx="1"/>
          </p:nvPr>
        </p:nvSpPr>
        <p:spPr/>
        <p:txBody>
          <a:bodyPr/>
          <a:lstStyle/>
          <a:p>
            <a:r>
              <a:rPr lang="en-GB" dirty="0"/>
              <a:t>MCU Program</a:t>
            </a:r>
          </a:p>
        </p:txBody>
      </p:sp>
    </p:spTree>
    <p:extLst>
      <p:ext uri="{BB962C8B-B14F-4D97-AF65-F5344CB8AC3E}">
        <p14:creationId xmlns:p14="http://schemas.microsoft.com/office/powerpoint/2010/main" val="1238006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B5C3DF-DBA0-8650-B8F4-49C04CEF4A94}"/>
              </a:ext>
            </a:extLst>
          </p:cNvPr>
          <p:cNvSpPr>
            <a:spLocks noGrp="1"/>
          </p:cNvSpPr>
          <p:nvPr>
            <p:ph sz="half" idx="1"/>
          </p:nvPr>
        </p:nvSpPr>
        <p:spPr>
          <a:xfrm>
            <a:off x="838200" y="1825624"/>
            <a:ext cx="5181600" cy="4711483"/>
          </a:xfrm>
        </p:spPr>
        <p:txBody>
          <a:bodyPr>
            <a:normAutofit fontScale="47500" lnSpcReduction="20000"/>
          </a:bodyPr>
          <a:lstStyle/>
          <a:p>
            <a:pPr marL="0" indent="0">
              <a:lnSpc>
                <a:spcPct val="150000"/>
              </a:lnSpc>
              <a:buNone/>
            </a:pPr>
            <a:r>
              <a:rPr lang="en-US" sz="4000" dirty="0">
                <a:latin typeface="Nexa-Bold" panose="01000000000000000000" pitchFamily="2" charset="0"/>
              </a:rPr>
              <a:t>General information</a:t>
            </a:r>
            <a:endParaRPr lang="en-US" sz="4000" dirty="0">
              <a:hlinkClick r:id="rId2">
                <a:extLst>
                  <a:ext uri="{A12FA001-AC4F-418D-AE19-62706E023703}">
                    <ahyp:hlinkClr xmlns:ahyp="http://schemas.microsoft.com/office/drawing/2018/hyperlinkcolor" val="tx"/>
                  </a:ext>
                </a:extLst>
              </a:hlinkClick>
            </a:endParaRPr>
          </a:p>
          <a:p>
            <a:pPr>
              <a:lnSpc>
                <a:spcPct val="150000"/>
              </a:lnSpc>
            </a:pPr>
            <a:r>
              <a:rPr lang="en-US" sz="2900" dirty="0"/>
              <a:t>As stated before, Arduino and ESP32 are some of the most used MCU’s.</a:t>
            </a:r>
          </a:p>
          <a:p>
            <a:pPr>
              <a:lnSpc>
                <a:spcPct val="150000"/>
              </a:lnSpc>
            </a:pPr>
            <a:r>
              <a:rPr lang="en-US" sz="2900" dirty="0"/>
              <a:t>Both can be programmed using the Arduino IDE.</a:t>
            </a:r>
          </a:p>
          <a:p>
            <a:pPr>
              <a:lnSpc>
                <a:spcPct val="150000"/>
              </a:lnSpc>
            </a:pPr>
            <a:r>
              <a:rPr lang="en-US" sz="2900" dirty="0"/>
              <a:t>For all the activities and challenges in this session, the Arduino IDE will be used for programming.</a:t>
            </a:r>
          </a:p>
          <a:p>
            <a:pPr>
              <a:lnSpc>
                <a:spcPct val="150000"/>
              </a:lnSpc>
            </a:pPr>
            <a:r>
              <a:rPr lang="en-US" sz="2900" dirty="0"/>
              <a:t>The activities and challenges shown in this presentation can be performed using the MCR2 </a:t>
            </a:r>
            <a:r>
              <a:rPr lang="en-US" sz="2900" dirty="0" err="1"/>
              <a:t>Hackerbard</a:t>
            </a:r>
            <a:r>
              <a:rPr lang="en-US" sz="2900" dirty="0"/>
              <a:t> or the Arduino Mega, alongside a DC motor and a motor driver module (L298n) for the challenge.</a:t>
            </a:r>
          </a:p>
          <a:p>
            <a:pPr>
              <a:lnSpc>
                <a:spcPct val="150000"/>
              </a:lnSpc>
            </a:pPr>
            <a:r>
              <a:rPr lang="en-US" sz="2900" dirty="0"/>
              <a:t>Please refer to the prerequisites of this session for the complete list of required components.</a:t>
            </a:r>
          </a:p>
          <a:p>
            <a:pPr>
              <a:lnSpc>
                <a:spcPct val="150000"/>
              </a:lnSpc>
            </a:pPr>
            <a:endParaRPr lang="en-GB" dirty="0"/>
          </a:p>
        </p:txBody>
      </p:sp>
      <p:sp>
        <p:nvSpPr>
          <p:cNvPr id="3" name="Content Placeholder 2">
            <a:extLst>
              <a:ext uri="{FF2B5EF4-FFF2-40B4-BE49-F238E27FC236}">
                <a16:creationId xmlns:a16="http://schemas.microsoft.com/office/drawing/2014/main" id="{28FD3FD1-ADC7-E9CB-E4EF-05F7601DE870}"/>
              </a:ext>
            </a:extLst>
          </p:cNvPr>
          <p:cNvSpPr>
            <a:spLocks noGrp="1"/>
          </p:cNvSpPr>
          <p:nvPr>
            <p:ph sz="half" idx="2"/>
          </p:nvPr>
        </p:nvSpPr>
        <p:spPr/>
        <p:txBody>
          <a:bodyPr>
            <a:normAutofit/>
          </a:bodyPr>
          <a:lstStyle/>
          <a:p>
            <a:pPr marL="0" indent="0">
              <a:lnSpc>
                <a:spcPct val="150000"/>
              </a:lnSpc>
              <a:buNone/>
            </a:pPr>
            <a:r>
              <a:rPr lang="en-US" sz="2000" dirty="0">
                <a:latin typeface="Nexa-Bold" panose="01000000000000000000" pitchFamily="2" charset="0"/>
              </a:rPr>
              <a:t>Arduino IDE</a:t>
            </a:r>
            <a:endParaRPr lang="en-US" sz="2000" dirty="0">
              <a:hlinkClick r:id="rId2">
                <a:extLst>
                  <a:ext uri="{A12FA001-AC4F-418D-AE19-62706E023703}">
                    <ahyp:hlinkClr xmlns:ahyp="http://schemas.microsoft.com/office/drawing/2018/hyperlinkcolor" val="tx"/>
                  </a:ext>
                </a:extLst>
              </a:hlinkClick>
            </a:endParaRPr>
          </a:p>
          <a:p>
            <a:pPr>
              <a:lnSpc>
                <a:spcPct val="150000"/>
              </a:lnSpc>
            </a:pPr>
            <a:r>
              <a:rPr lang="en-US" sz="1400" dirty="0"/>
              <a:t>An IDE, or Integrated Development Environment, helps programmers' productivity by combining common activities of writing software into a single application: editing source code, building executables, and debugging.</a:t>
            </a:r>
          </a:p>
          <a:p>
            <a:pPr>
              <a:lnSpc>
                <a:spcPct val="150000"/>
              </a:lnSpc>
            </a:pPr>
            <a:r>
              <a:rPr lang="en-GB" sz="1400" dirty="0"/>
              <a:t>Arduino IDE supports C and C++ programming languages.</a:t>
            </a:r>
          </a:p>
          <a:p>
            <a:pPr>
              <a:lnSpc>
                <a:spcPct val="150000"/>
              </a:lnSpc>
            </a:pPr>
            <a:r>
              <a:rPr lang="en-US" sz="1400" dirty="0"/>
              <a:t>A sketch is a program written with the Arduino IDE. </a:t>
            </a:r>
          </a:p>
          <a:p>
            <a:pPr>
              <a:lnSpc>
                <a:spcPct val="150000"/>
              </a:lnSpc>
            </a:pPr>
            <a:r>
              <a:rPr lang="en-US" sz="1400" dirty="0"/>
              <a:t>Sketches are saved on the development computer as text files with the file extension .</a:t>
            </a:r>
            <a:r>
              <a:rPr lang="en-US" sz="1400" dirty="0" err="1"/>
              <a:t>ino</a:t>
            </a:r>
            <a:r>
              <a:rPr lang="en-US" sz="1400" dirty="0"/>
              <a:t>.</a:t>
            </a:r>
            <a:r>
              <a:rPr lang="en-GB" sz="1400" dirty="0"/>
              <a:t> </a:t>
            </a:r>
          </a:p>
        </p:txBody>
      </p:sp>
      <p:sp>
        <p:nvSpPr>
          <p:cNvPr id="4" name="Title 3">
            <a:extLst>
              <a:ext uri="{FF2B5EF4-FFF2-40B4-BE49-F238E27FC236}">
                <a16:creationId xmlns:a16="http://schemas.microsoft.com/office/drawing/2014/main" id="{D08C311F-415E-B33D-93C2-892D8B1CBADC}"/>
              </a:ext>
            </a:extLst>
          </p:cNvPr>
          <p:cNvSpPr>
            <a:spLocks noGrp="1"/>
          </p:cNvSpPr>
          <p:nvPr>
            <p:ph type="title"/>
          </p:nvPr>
        </p:nvSpPr>
        <p:spPr/>
        <p:txBody>
          <a:bodyPr/>
          <a:lstStyle/>
          <a:p>
            <a:r>
              <a:rPr lang="en-GB" dirty="0"/>
              <a:t>MCU Programming</a:t>
            </a:r>
          </a:p>
        </p:txBody>
      </p:sp>
    </p:spTree>
    <p:extLst>
      <p:ext uri="{BB962C8B-B14F-4D97-AF65-F5344CB8AC3E}">
        <p14:creationId xmlns:p14="http://schemas.microsoft.com/office/powerpoint/2010/main" val="3073854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8B0274-D034-BD5C-83A9-6FDBE1CAF92E}"/>
              </a:ext>
            </a:extLst>
          </p:cNvPr>
          <p:cNvSpPr>
            <a:spLocks noGrp="1"/>
          </p:cNvSpPr>
          <p:nvPr>
            <p:ph sz="half" idx="1"/>
          </p:nvPr>
        </p:nvSpPr>
        <p:spPr>
          <a:xfrm>
            <a:off x="383830" y="1825625"/>
            <a:ext cx="4517581" cy="4351338"/>
          </a:xfrm>
        </p:spPr>
        <p:txBody>
          <a:bodyPr>
            <a:normAutofit fontScale="55000" lnSpcReduction="20000"/>
          </a:bodyPr>
          <a:lstStyle/>
          <a:p>
            <a:pPr marL="0" indent="0">
              <a:lnSpc>
                <a:spcPct val="150000"/>
              </a:lnSpc>
              <a:buNone/>
            </a:pPr>
            <a:r>
              <a:rPr lang="en-US" sz="4000" dirty="0">
                <a:latin typeface="Nexa-Bold" panose="01000000000000000000" pitchFamily="2" charset="0"/>
              </a:rPr>
              <a:t>Sketch</a:t>
            </a:r>
            <a:endParaRPr lang="en-US" sz="4000" dirty="0">
              <a:hlinkClick r:id="rId2">
                <a:extLst>
                  <a:ext uri="{A12FA001-AC4F-418D-AE19-62706E023703}">
                    <ahyp:hlinkClr xmlns:ahyp="http://schemas.microsoft.com/office/drawing/2018/hyperlinkcolor" val="tx"/>
                  </a:ext>
                </a:extLst>
              </a:hlinkClick>
            </a:endParaRPr>
          </a:p>
          <a:p>
            <a:pPr>
              <a:lnSpc>
                <a:spcPct val="150000"/>
              </a:lnSpc>
            </a:pPr>
            <a:r>
              <a:rPr lang="en-US" sz="2800" dirty="0"/>
              <a:t>The simplest syntaxis for writing a sketch </a:t>
            </a:r>
            <a:r>
              <a:rPr lang="en-US" dirty="0"/>
              <a:t>consists of only two functions:</a:t>
            </a:r>
          </a:p>
          <a:p>
            <a:pPr>
              <a:lnSpc>
                <a:spcPct val="150000"/>
              </a:lnSpc>
            </a:pPr>
            <a:r>
              <a:rPr lang="en-US" dirty="0"/>
              <a:t>setup(): This function is called once when a sketch starts after power-up or reset. It is used to initialize variables, input and output pin modes, and other libraries needed in the sketch. It is analogous to the function main(). </a:t>
            </a:r>
          </a:p>
          <a:p>
            <a:pPr>
              <a:lnSpc>
                <a:spcPct val="150000"/>
              </a:lnSpc>
            </a:pPr>
            <a:r>
              <a:rPr lang="en-US" dirty="0"/>
              <a:t>loop(): The loop() function is executed repeatedly in the main program after the setup() function. It controls the board until the board is powered off or is reset.</a:t>
            </a:r>
            <a:endParaRPr lang="en-GB" dirty="0"/>
          </a:p>
        </p:txBody>
      </p:sp>
      <p:pic>
        <p:nvPicPr>
          <p:cNvPr id="6" name="Content Placeholder 5">
            <a:extLst>
              <a:ext uri="{FF2B5EF4-FFF2-40B4-BE49-F238E27FC236}">
                <a16:creationId xmlns:a16="http://schemas.microsoft.com/office/drawing/2014/main" id="{16F8BC54-0780-876B-F508-D94DA7E719A4}"/>
              </a:ext>
            </a:extLst>
          </p:cNvPr>
          <p:cNvPicPr>
            <a:picLocks noGrp="1" noChangeAspect="1"/>
          </p:cNvPicPr>
          <p:nvPr>
            <p:ph sz="half" idx="2"/>
          </p:nvPr>
        </p:nvPicPr>
        <p:blipFill>
          <a:blip r:embed="rId3"/>
          <a:stretch>
            <a:fillRect/>
          </a:stretch>
        </p:blipFill>
        <p:spPr>
          <a:xfrm>
            <a:off x="5030821" y="2640970"/>
            <a:ext cx="7237233" cy="2754558"/>
          </a:xfrm>
          <a:prstGeom prst="rect">
            <a:avLst/>
          </a:prstGeom>
        </p:spPr>
      </p:pic>
      <p:sp>
        <p:nvSpPr>
          <p:cNvPr id="4" name="Title 3">
            <a:extLst>
              <a:ext uri="{FF2B5EF4-FFF2-40B4-BE49-F238E27FC236}">
                <a16:creationId xmlns:a16="http://schemas.microsoft.com/office/drawing/2014/main" id="{90C8B103-B26B-B0D8-B60D-4D45DFDF37E8}"/>
              </a:ext>
            </a:extLst>
          </p:cNvPr>
          <p:cNvSpPr>
            <a:spLocks noGrp="1"/>
          </p:cNvSpPr>
          <p:nvPr>
            <p:ph type="title"/>
          </p:nvPr>
        </p:nvSpPr>
        <p:spPr/>
        <p:txBody>
          <a:bodyPr/>
          <a:lstStyle/>
          <a:p>
            <a:r>
              <a:rPr lang="en-GB" dirty="0"/>
              <a:t>MCU Programming</a:t>
            </a:r>
          </a:p>
        </p:txBody>
      </p:sp>
      <p:sp>
        <p:nvSpPr>
          <p:cNvPr id="8" name="TextBox 7">
            <a:extLst>
              <a:ext uri="{FF2B5EF4-FFF2-40B4-BE49-F238E27FC236}">
                <a16:creationId xmlns:a16="http://schemas.microsoft.com/office/drawing/2014/main" id="{60409762-5B9E-492E-683F-98813EF7C295}"/>
              </a:ext>
            </a:extLst>
          </p:cNvPr>
          <p:cNvSpPr txBox="1"/>
          <p:nvPr/>
        </p:nvSpPr>
        <p:spPr>
          <a:xfrm>
            <a:off x="5030821" y="1794080"/>
            <a:ext cx="2697763" cy="499111"/>
          </a:xfrm>
          <a:prstGeom prst="rect">
            <a:avLst/>
          </a:prstGeom>
          <a:noFill/>
        </p:spPr>
        <p:txBody>
          <a:bodyPr wrap="square">
            <a:spAutoFit/>
          </a:bodyPr>
          <a:lstStyle/>
          <a:p>
            <a:pPr marL="0" indent="0">
              <a:lnSpc>
                <a:spcPct val="150000"/>
              </a:lnSpc>
              <a:buNone/>
            </a:pPr>
            <a:r>
              <a:rPr lang="en-US" sz="2000" dirty="0">
                <a:solidFill>
                  <a:schemeClr val="bg2">
                    <a:lumMod val="50000"/>
                  </a:schemeClr>
                </a:solidFill>
                <a:latin typeface="Nexa-Bold" panose="01000000000000000000" pitchFamily="2" charset="0"/>
              </a:rPr>
              <a:t>Sketch Structure</a:t>
            </a:r>
            <a:endParaRPr lang="en-US" sz="2000" dirty="0">
              <a:solidFill>
                <a:schemeClr val="bg2">
                  <a:lumMod val="50000"/>
                </a:schemeClr>
              </a:solidFill>
              <a:latin typeface="Nexa-Bold" panose="01000000000000000000" pitchFamily="2" charset="0"/>
              <a:hlinkClick r:id="rId2">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767452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9A647-8CAF-7176-BFD0-C2C8655406A6}"/>
              </a:ext>
            </a:extLst>
          </p:cNvPr>
          <p:cNvSpPr>
            <a:spLocks noGrp="1"/>
          </p:cNvSpPr>
          <p:nvPr>
            <p:ph type="ctrTitle"/>
          </p:nvPr>
        </p:nvSpPr>
        <p:spPr>
          <a:xfrm>
            <a:off x="406206" y="2767280"/>
            <a:ext cx="3864780" cy="1323439"/>
          </a:xfrm>
        </p:spPr>
        <p:txBody>
          <a:bodyPr>
            <a:normAutofit fontScale="90000"/>
          </a:bodyPr>
          <a:lstStyle/>
          <a:p>
            <a:r>
              <a:rPr lang="en-GB" dirty="0"/>
              <a:t>ROS Serial Communication</a:t>
            </a:r>
          </a:p>
        </p:txBody>
      </p:sp>
      <p:sp>
        <p:nvSpPr>
          <p:cNvPr id="3" name="Subtitle 2">
            <a:extLst>
              <a:ext uri="{FF2B5EF4-FFF2-40B4-BE49-F238E27FC236}">
                <a16:creationId xmlns:a16="http://schemas.microsoft.com/office/drawing/2014/main" id="{1435F319-CC6B-7F45-502C-608288D8E4F7}"/>
              </a:ext>
            </a:extLst>
          </p:cNvPr>
          <p:cNvSpPr>
            <a:spLocks noGrp="1"/>
          </p:cNvSpPr>
          <p:nvPr>
            <p:ph type="subTitle" idx="1"/>
          </p:nvPr>
        </p:nvSpPr>
        <p:spPr/>
        <p:txBody>
          <a:bodyPr/>
          <a:lstStyle/>
          <a:p>
            <a:r>
              <a:rPr lang="en-GB" dirty="0"/>
              <a:t>ROS Sketch Structure</a:t>
            </a:r>
          </a:p>
        </p:txBody>
      </p:sp>
    </p:spTree>
    <p:extLst>
      <p:ext uri="{BB962C8B-B14F-4D97-AF65-F5344CB8AC3E}">
        <p14:creationId xmlns:p14="http://schemas.microsoft.com/office/powerpoint/2010/main" val="2623363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7E57A5-163C-762E-3D0B-17819A080C6A}"/>
              </a:ext>
            </a:extLst>
          </p:cNvPr>
          <p:cNvSpPr>
            <a:spLocks noGrp="1"/>
          </p:cNvSpPr>
          <p:nvPr>
            <p:ph sz="half" idx="1"/>
          </p:nvPr>
        </p:nvSpPr>
        <p:spPr/>
        <p:txBody>
          <a:bodyPr>
            <a:normAutofit/>
          </a:bodyPr>
          <a:lstStyle/>
          <a:p>
            <a:pPr marL="0" indent="0">
              <a:lnSpc>
                <a:spcPct val="150000"/>
              </a:lnSpc>
              <a:buNone/>
            </a:pPr>
            <a:r>
              <a:rPr lang="en-US" sz="2000" dirty="0">
                <a:latin typeface="Nexa-Bold" panose="01000000000000000000" pitchFamily="2" charset="0"/>
              </a:rPr>
              <a:t>ROS Libraries Arduino</a:t>
            </a:r>
            <a:endParaRPr lang="en-US" sz="2000" dirty="0">
              <a:hlinkClick r:id="rId2">
                <a:extLst>
                  <a:ext uri="{A12FA001-AC4F-418D-AE19-62706E023703}">
                    <ahyp:hlinkClr xmlns:ahyp="http://schemas.microsoft.com/office/drawing/2018/hyperlinkcolor" val="tx"/>
                  </a:ext>
                </a:extLst>
              </a:hlinkClick>
            </a:endParaRPr>
          </a:p>
          <a:p>
            <a:pPr>
              <a:lnSpc>
                <a:spcPct val="150000"/>
              </a:lnSpc>
            </a:pPr>
            <a:r>
              <a:rPr lang="en-US" sz="1500" dirty="0"/>
              <a:t> </a:t>
            </a:r>
            <a:r>
              <a:rPr lang="en-US" sz="1500" dirty="0" err="1"/>
              <a:t>Rosserial</a:t>
            </a:r>
            <a:r>
              <a:rPr lang="en-US" sz="1500" dirty="0"/>
              <a:t> provides a ROS communication protocol that works over Arduino/ESP32 UART. </a:t>
            </a:r>
          </a:p>
          <a:p>
            <a:pPr>
              <a:lnSpc>
                <a:spcPct val="150000"/>
              </a:lnSpc>
            </a:pPr>
            <a:r>
              <a:rPr lang="en-US" sz="1500" dirty="0"/>
              <a:t>Allows Arduino/ESP32 to become a ROS node which can directly publish and subscribe to ROS messages, publish TF transforms, and get the ROS system time.</a:t>
            </a:r>
          </a:p>
          <a:p>
            <a:pPr>
              <a:lnSpc>
                <a:spcPct val="150000"/>
              </a:lnSpc>
            </a:pPr>
            <a:r>
              <a:rPr lang="en-US" sz="1500" dirty="0"/>
              <a:t>To install ROS library for Arduino, follow the installation steps in the ppt:</a:t>
            </a:r>
          </a:p>
          <a:p>
            <a:pPr marL="0" indent="0" algn="ctr">
              <a:lnSpc>
                <a:spcPct val="150000"/>
              </a:lnSpc>
              <a:buNone/>
            </a:pPr>
            <a:r>
              <a:rPr lang="en-US" sz="1500" dirty="0"/>
              <a:t>MCR2_ROS_ArduinoIDE_Configuration</a:t>
            </a:r>
            <a:endParaRPr lang="en-GB" sz="1500" dirty="0"/>
          </a:p>
        </p:txBody>
      </p:sp>
      <p:pic>
        <p:nvPicPr>
          <p:cNvPr id="7" name="Content Placeholder 6">
            <a:extLst>
              <a:ext uri="{FF2B5EF4-FFF2-40B4-BE49-F238E27FC236}">
                <a16:creationId xmlns:a16="http://schemas.microsoft.com/office/drawing/2014/main" id="{C23CC196-B129-2E69-B665-D459A6D8758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7820055" y="2113881"/>
            <a:ext cx="2669988" cy="4157464"/>
          </a:xfrm>
          <a:prstGeom prst="rect">
            <a:avLst/>
          </a:prstGeom>
        </p:spPr>
      </p:pic>
      <p:sp>
        <p:nvSpPr>
          <p:cNvPr id="4" name="Title 3">
            <a:extLst>
              <a:ext uri="{FF2B5EF4-FFF2-40B4-BE49-F238E27FC236}">
                <a16:creationId xmlns:a16="http://schemas.microsoft.com/office/drawing/2014/main" id="{892F7305-AACB-C161-A51E-BCC33EFB90D7}"/>
              </a:ext>
            </a:extLst>
          </p:cNvPr>
          <p:cNvSpPr>
            <a:spLocks noGrp="1"/>
          </p:cNvSpPr>
          <p:nvPr>
            <p:ph type="title"/>
          </p:nvPr>
        </p:nvSpPr>
        <p:spPr/>
        <p:txBody>
          <a:bodyPr/>
          <a:lstStyle/>
          <a:p>
            <a:r>
              <a:rPr lang="en-GB" dirty="0"/>
              <a:t>ROS Sketch Structure</a:t>
            </a:r>
          </a:p>
        </p:txBody>
      </p:sp>
    </p:spTree>
    <p:extLst>
      <p:ext uri="{BB962C8B-B14F-4D97-AF65-F5344CB8AC3E}">
        <p14:creationId xmlns:p14="http://schemas.microsoft.com/office/powerpoint/2010/main" val="1874638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D9121AF-3CD5-78F3-52F3-00A2DD9A22F9}"/>
              </a:ext>
            </a:extLst>
          </p:cNvPr>
          <p:cNvPicPr>
            <a:picLocks noGrp="1" noChangeAspect="1"/>
          </p:cNvPicPr>
          <p:nvPr>
            <p:ph sz="half" idx="1"/>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14392" y="2396678"/>
            <a:ext cx="5371467" cy="3301135"/>
          </a:xfrm>
          <a:prstGeom prst="rect">
            <a:avLst/>
          </a:prstGeom>
        </p:spPr>
      </p:pic>
      <p:sp>
        <p:nvSpPr>
          <p:cNvPr id="3" name="Content Placeholder 2">
            <a:extLst>
              <a:ext uri="{FF2B5EF4-FFF2-40B4-BE49-F238E27FC236}">
                <a16:creationId xmlns:a16="http://schemas.microsoft.com/office/drawing/2014/main" id="{D88B7258-297A-4B1E-008D-23C25D5F5242}"/>
              </a:ext>
            </a:extLst>
          </p:cNvPr>
          <p:cNvSpPr>
            <a:spLocks noGrp="1"/>
          </p:cNvSpPr>
          <p:nvPr>
            <p:ph sz="half" idx="2"/>
          </p:nvPr>
        </p:nvSpPr>
        <p:spPr>
          <a:xfrm>
            <a:off x="6172200" y="1825624"/>
            <a:ext cx="5181600" cy="4853471"/>
          </a:xfrm>
        </p:spPr>
        <p:txBody>
          <a:bodyPr>
            <a:normAutofit fontScale="92500" lnSpcReduction="10000"/>
          </a:bodyPr>
          <a:lstStyle/>
          <a:p>
            <a:pPr marL="0" indent="0">
              <a:lnSpc>
                <a:spcPct val="150000"/>
              </a:lnSpc>
              <a:buNone/>
            </a:pPr>
            <a:r>
              <a:rPr lang="en-US" sz="2200" dirty="0">
                <a:latin typeface="Nexa-Bold" panose="01000000000000000000" pitchFamily="2" charset="0"/>
              </a:rPr>
              <a:t>Variable declaration</a:t>
            </a:r>
            <a:endParaRPr lang="en-US" sz="2200" dirty="0">
              <a:hlinkClick r:id="rId3">
                <a:extLst>
                  <a:ext uri="{A12FA001-AC4F-418D-AE19-62706E023703}">
                    <ahyp:hlinkClr xmlns:ahyp="http://schemas.microsoft.com/office/drawing/2018/hyperlinkcolor" val="tx"/>
                  </a:ext>
                </a:extLst>
              </a:hlinkClick>
            </a:endParaRPr>
          </a:p>
          <a:p>
            <a:pPr>
              <a:lnSpc>
                <a:spcPct val="150000"/>
              </a:lnSpc>
            </a:pPr>
            <a:r>
              <a:rPr lang="en-US" sz="1600" dirty="0"/>
              <a:t>For every ROS Arduino program, </a:t>
            </a:r>
            <a:r>
              <a:rPr lang="en-US" sz="1600" dirty="0" err="1"/>
              <a:t>ros.h</a:t>
            </a:r>
            <a:r>
              <a:rPr lang="en-US" sz="1600" dirty="0"/>
              <a:t> header must be included before any other library or ROS message.</a:t>
            </a:r>
          </a:p>
          <a:p>
            <a:pPr>
              <a:lnSpc>
                <a:spcPct val="150000"/>
              </a:lnSpc>
            </a:pPr>
            <a:r>
              <a:rPr lang="en-US" sz="1600" dirty="0"/>
              <a:t>Instantiate the node handle, which allows our program to create publishers and subscribers. The node handle also takes care of serial port communications.</a:t>
            </a:r>
          </a:p>
          <a:p>
            <a:pPr>
              <a:lnSpc>
                <a:spcPct val="150000"/>
              </a:lnSpc>
            </a:pPr>
            <a:r>
              <a:rPr lang="en-US" sz="1600" dirty="0"/>
              <a:t>Instantiate any publishers, subscribers to be used.</a:t>
            </a:r>
          </a:p>
          <a:p>
            <a:pPr>
              <a:lnSpc>
                <a:spcPct val="150000"/>
              </a:lnSpc>
            </a:pPr>
            <a:r>
              <a:rPr lang="en-US" sz="1600" dirty="0"/>
              <a:t>Declare any ROS messages and variables to be used.</a:t>
            </a:r>
            <a:endParaRPr lang="en-GB" sz="1600" dirty="0"/>
          </a:p>
          <a:p>
            <a:r>
              <a:rPr lang="en-GB" sz="1600" dirty="0"/>
              <a:t>Declare/define </a:t>
            </a:r>
            <a:r>
              <a:rPr lang="en-GB" sz="1600" dirty="0" err="1"/>
              <a:t>callback</a:t>
            </a:r>
            <a:r>
              <a:rPr lang="en-GB" sz="1600" dirty="0"/>
              <a:t> functions to be used with the subscribers.</a:t>
            </a:r>
          </a:p>
        </p:txBody>
      </p:sp>
      <p:sp>
        <p:nvSpPr>
          <p:cNvPr id="4" name="Title 3">
            <a:extLst>
              <a:ext uri="{FF2B5EF4-FFF2-40B4-BE49-F238E27FC236}">
                <a16:creationId xmlns:a16="http://schemas.microsoft.com/office/drawing/2014/main" id="{ECFB6158-57E4-91F6-C58B-7D1089B94F5D}"/>
              </a:ext>
            </a:extLst>
          </p:cNvPr>
          <p:cNvSpPr>
            <a:spLocks noGrp="1"/>
          </p:cNvSpPr>
          <p:nvPr>
            <p:ph type="title"/>
          </p:nvPr>
        </p:nvSpPr>
        <p:spPr/>
        <p:txBody>
          <a:bodyPr/>
          <a:lstStyle/>
          <a:p>
            <a:r>
              <a:rPr lang="en-US" sz="4400" dirty="0">
                <a:latin typeface="Nexa-Bold" panose="01000000000000000000" pitchFamily="2" charset="0"/>
              </a:rPr>
              <a:t>ROS Sketch Structure</a:t>
            </a:r>
            <a:endParaRPr lang="en-GB" dirty="0"/>
          </a:p>
        </p:txBody>
      </p:sp>
    </p:spTree>
    <p:extLst>
      <p:ext uri="{BB962C8B-B14F-4D97-AF65-F5344CB8AC3E}">
        <p14:creationId xmlns:p14="http://schemas.microsoft.com/office/powerpoint/2010/main" val="682806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1E8A1C-179F-8E40-DBFD-9FEB000440EB}"/>
              </a:ext>
            </a:extLst>
          </p:cNvPr>
          <p:cNvSpPr>
            <a:spLocks noGrp="1"/>
          </p:cNvSpPr>
          <p:nvPr>
            <p:ph sz="half" idx="1"/>
          </p:nvPr>
        </p:nvSpPr>
        <p:spPr/>
        <p:txBody>
          <a:bodyPr>
            <a:normAutofit/>
          </a:bodyPr>
          <a:lstStyle/>
          <a:p>
            <a:pPr marL="0" indent="0">
              <a:lnSpc>
                <a:spcPct val="150000"/>
              </a:lnSpc>
              <a:buNone/>
            </a:pPr>
            <a:r>
              <a:rPr lang="en-US" sz="2000" dirty="0">
                <a:latin typeface="Nexa-Bold" panose="01000000000000000000" pitchFamily="2" charset="0"/>
              </a:rPr>
              <a:t>Setup section</a:t>
            </a:r>
            <a:endParaRPr lang="en-US" sz="2000" dirty="0">
              <a:hlinkClick r:id="rId2">
                <a:extLst>
                  <a:ext uri="{A12FA001-AC4F-418D-AE19-62706E023703}">
                    <ahyp:hlinkClr xmlns:ahyp="http://schemas.microsoft.com/office/drawing/2018/hyperlinkcolor" val="tx"/>
                  </a:ext>
                </a:extLst>
              </a:hlinkClick>
            </a:endParaRPr>
          </a:p>
          <a:p>
            <a:pPr lvl="0">
              <a:lnSpc>
                <a:spcPct val="150000"/>
              </a:lnSpc>
            </a:pPr>
            <a:r>
              <a:rPr lang="en-US" sz="1400" dirty="0">
                <a:latin typeface="Nexa Light" panose="02000000000000000000" pitchFamily="50" charset="0"/>
              </a:rPr>
              <a:t>Initialize your ROS node handle. Node </a:t>
            </a:r>
            <a:r>
              <a:rPr lang="en-GB" sz="1400" dirty="0">
                <a:latin typeface="Nexa Light" panose="02000000000000000000" pitchFamily="50" charset="0"/>
              </a:rPr>
              <a:t>initialisation</a:t>
            </a:r>
            <a:r>
              <a:rPr lang="en-US" sz="1400" dirty="0">
                <a:latin typeface="Nexa Light" panose="02000000000000000000" pitchFamily="50" charset="0"/>
              </a:rPr>
              <a:t>,</a:t>
            </a:r>
          </a:p>
          <a:p>
            <a:pPr lvl="0">
              <a:lnSpc>
                <a:spcPct val="150000"/>
              </a:lnSpc>
            </a:pPr>
            <a:r>
              <a:rPr lang="en-US" sz="1400" dirty="0">
                <a:latin typeface="Nexa Light" panose="02000000000000000000" pitchFamily="50" charset="0"/>
              </a:rPr>
              <a:t>Advertise any topics being published.</a:t>
            </a:r>
          </a:p>
          <a:p>
            <a:pPr lvl="0">
              <a:lnSpc>
                <a:spcPct val="150000"/>
              </a:lnSpc>
            </a:pPr>
            <a:r>
              <a:rPr lang="en-US" sz="1400" dirty="0">
                <a:latin typeface="Nexa Light" panose="02000000000000000000" pitchFamily="50" charset="0"/>
              </a:rPr>
              <a:t>Subscribe to the topics being used.</a:t>
            </a:r>
            <a:endParaRPr lang="en-GB" sz="1400" dirty="0">
              <a:latin typeface="Nexa Light" panose="02000000000000000000" pitchFamily="50" charset="0"/>
            </a:endParaRPr>
          </a:p>
          <a:p>
            <a:pPr lvl="0">
              <a:lnSpc>
                <a:spcPct val="150000"/>
              </a:lnSpc>
            </a:pPr>
            <a:r>
              <a:rPr lang="en-GB" sz="1400" dirty="0">
                <a:solidFill>
                  <a:schemeClr val="bg2">
                    <a:lumMod val="50000"/>
                  </a:schemeClr>
                </a:solidFill>
                <a:latin typeface="Nexa Light" panose="02000000000000000000" pitchFamily="50" charset="0"/>
              </a:rPr>
              <a:t>Initialise variables, ports, functions, etc.</a:t>
            </a:r>
          </a:p>
          <a:p>
            <a:pPr marL="0" indent="0">
              <a:lnSpc>
                <a:spcPct val="150000"/>
              </a:lnSpc>
              <a:buNone/>
            </a:pPr>
            <a:r>
              <a:rPr lang="en-US" sz="2000" dirty="0">
                <a:latin typeface="Nexa-Bold" panose="01000000000000000000" pitchFamily="2" charset="0"/>
              </a:rPr>
              <a:t>Loop section</a:t>
            </a:r>
          </a:p>
          <a:p>
            <a:pPr>
              <a:lnSpc>
                <a:spcPct val="150000"/>
              </a:lnSpc>
            </a:pPr>
            <a:r>
              <a:rPr lang="en-US" sz="1400" dirty="0">
                <a:latin typeface="Nexa Light" panose="02000000000000000000" pitchFamily="50" charset="0"/>
              </a:rPr>
              <a:t>Run the main program.</a:t>
            </a:r>
          </a:p>
          <a:p>
            <a:pPr>
              <a:lnSpc>
                <a:spcPct val="150000"/>
              </a:lnSpc>
            </a:pPr>
            <a:r>
              <a:rPr lang="en-US" sz="1400" dirty="0">
                <a:latin typeface="Nexa Light" panose="02000000000000000000" pitchFamily="50" charset="0"/>
              </a:rPr>
              <a:t>Loop and repeat actions.</a:t>
            </a:r>
          </a:p>
          <a:p>
            <a:pPr>
              <a:lnSpc>
                <a:spcPct val="150000"/>
              </a:lnSpc>
            </a:pPr>
            <a:r>
              <a:rPr lang="en-US" sz="1400" dirty="0">
                <a:latin typeface="Nexa Light" panose="02000000000000000000" pitchFamily="50" charset="0"/>
              </a:rPr>
              <a:t>Handle callback functions.</a:t>
            </a:r>
            <a:endParaRPr lang="en-US" sz="1400" dirty="0">
              <a:latin typeface="Nexa Light" panose="02000000000000000000" pitchFamily="50" charset="0"/>
              <a:hlinkClick r:id="rId2">
                <a:extLst>
                  <a:ext uri="{A12FA001-AC4F-418D-AE19-62706E023703}">
                    <ahyp:hlinkClr xmlns:ahyp="http://schemas.microsoft.com/office/drawing/2018/hyperlinkcolor" val="tx"/>
                  </a:ext>
                </a:extLst>
              </a:hlinkClick>
            </a:endParaRPr>
          </a:p>
          <a:p>
            <a:pPr marL="0" lvl="0" indent="0">
              <a:lnSpc>
                <a:spcPct val="150000"/>
              </a:lnSpc>
              <a:buNone/>
            </a:pPr>
            <a:endParaRPr lang="en-GB" sz="1400" dirty="0">
              <a:solidFill>
                <a:schemeClr val="bg2">
                  <a:lumMod val="50000"/>
                </a:schemeClr>
              </a:solidFill>
              <a:latin typeface="Nexa Light" panose="02000000000000000000" pitchFamily="50" charset="0"/>
            </a:endParaRPr>
          </a:p>
          <a:p>
            <a:endParaRPr lang="en-GB" dirty="0"/>
          </a:p>
        </p:txBody>
      </p:sp>
      <p:pic>
        <p:nvPicPr>
          <p:cNvPr id="6" name="Content Placeholder 5">
            <a:extLst>
              <a:ext uri="{FF2B5EF4-FFF2-40B4-BE49-F238E27FC236}">
                <a16:creationId xmlns:a16="http://schemas.microsoft.com/office/drawing/2014/main" id="{056287C1-F35C-D270-57FA-88B54B414ADD}"/>
              </a:ext>
            </a:extLst>
          </p:cNvPr>
          <p:cNvPicPr>
            <a:picLocks noGrp="1" noChangeAspect="1"/>
          </p:cNvPicPr>
          <p:nvPr>
            <p:ph sz="half" idx="2"/>
          </p:nvPr>
        </p:nvPicPr>
        <p:blipFill>
          <a:blip r:embed="rId3"/>
          <a:stretch>
            <a:fillRect/>
          </a:stretch>
        </p:blipFill>
        <p:spPr>
          <a:xfrm>
            <a:off x="5614677" y="2294805"/>
            <a:ext cx="6460419" cy="3787943"/>
          </a:xfrm>
          <a:prstGeom prst="rect">
            <a:avLst/>
          </a:prstGeom>
        </p:spPr>
      </p:pic>
      <p:sp>
        <p:nvSpPr>
          <p:cNvPr id="4" name="Title 3">
            <a:extLst>
              <a:ext uri="{FF2B5EF4-FFF2-40B4-BE49-F238E27FC236}">
                <a16:creationId xmlns:a16="http://schemas.microsoft.com/office/drawing/2014/main" id="{63A216D4-E391-211A-39BF-E842BE935D4E}"/>
              </a:ext>
            </a:extLst>
          </p:cNvPr>
          <p:cNvSpPr>
            <a:spLocks noGrp="1"/>
          </p:cNvSpPr>
          <p:nvPr>
            <p:ph type="title"/>
          </p:nvPr>
        </p:nvSpPr>
        <p:spPr/>
        <p:txBody>
          <a:bodyPr/>
          <a:lstStyle/>
          <a:p>
            <a:r>
              <a:rPr lang="en-US" sz="4400" dirty="0">
                <a:latin typeface="Nexa-Bold" panose="01000000000000000000" pitchFamily="2" charset="0"/>
              </a:rPr>
              <a:t>ROS Sketch Structure</a:t>
            </a:r>
            <a:endParaRPr lang="en-GB" dirty="0"/>
          </a:p>
        </p:txBody>
      </p:sp>
    </p:spTree>
    <p:extLst>
      <p:ext uri="{BB962C8B-B14F-4D97-AF65-F5344CB8AC3E}">
        <p14:creationId xmlns:p14="http://schemas.microsoft.com/office/powerpoint/2010/main" val="2769609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9A647-8CAF-7176-BFD0-C2C8655406A6}"/>
              </a:ext>
            </a:extLst>
          </p:cNvPr>
          <p:cNvSpPr>
            <a:spLocks noGrp="1"/>
          </p:cNvSpPr>
          <p:nvPr>
            <p:ph type="ctrTitle"/>
          </p:nvPr>
        </p:nvSpPr>
        <p:spPr>
          <a:xfrm>
            <a:off x="406206" y="2767280"/>
            <a:ext cx="3864780" cy="1323439"/>
          </a:xfrm>
        </p:spPr>
        <p:txBody>
          <a:bodyPr>
            <a:normAutofit fontScale="90000"/>
          </a:bodyPr>
          <a:lstStyle/>
          <a:p>
            <a:r>
              <a:rPr lang="en-GB" dirty="0"/>
              <a:t>ROS Serial Communication</a:t>
            </a:r>
          </a:p>
        </p:txBody>
      </p:sp>
      <p:sp>
        <p:nvSpPr>
          <p:cNvPr id="3" name="Subtitle 2">
            <a:extLst>
              <a:ext uri="{FF2B5EF4-FFF2-40B4-BE49-F238E27FC236}">
                <a16:creationId xmlns:a16="http://schemas.microsoft.com/office/drawing/2014/main" id="{1435F319-CC6B-7F45-502C-608288D8E4F7}"/>
              </a:ext>
            </a:extLst>
          </p:cNvPr>
          <p:cNvSpPr>
            <a:spLocks noGrp="1"/>
          </p:cNvSpPr>
          <p:nvPr>
            <p:ph type="subTitle" idx="1"/>
          </p:nvPr>
        </p:nvSpPr>
        <p:spPr/>
        <p:txBody>
          <a:bodyPr/>
          <a:lstStyle/>
          <a:p>
            <a:r>
              <a:rPr lang="en-GB" dirty="0"/>
              <a:t>Activity</a:t>
            </a:r>
          </a:p>
        </p:txBody>
      </p:sp>
    </p:spTree>
    <p:extLst>
      <p:ext uri="{BB962C8B-B14F-4D97-AF65-F5344CB8AC3E}">
        <p14:creationId xmlns:p14="http://schemas.microsoft.com/office/powerpoint/2010/main" val="3869113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D9D51A-D95D-174A-F859-F77BBAAB76C4}"/>
              </a:ext>
            </a:extLst>
          </p:cNvPr>
          <p:cNvSpPr>
            <a:spLocks noGrp="1"/>
          </p:cNvSpPr>
          <p:nvPr>
            <p:ph sz="half" idx="1"/>
          </p:nvPr>
        </p:nvSpPr>
        <p:spPr>
          <a:xfrm>
            <a:off x="838200" y="1825624"/>
            <a:ext cx="5181600" cy="4847791"/>
          </a:xfrm>
        </p:spPr>
        <p:txBody>
          <a:bodyPr>
            <a:normAutofit/>
          </a:bodyPr>
          <a:lstStyle/>
          <a:p>
            <a:pPr marL="0" indent="0">
              <a:lnSpc>
                <a:spcPct val="150000"/>
              </a:lnSpc>
              <a:buNone/>
            </a:pPr>
            <a:r>
              <a:rPr lang="en-US" sz="2000" dirty="0">
                <a:latin typeface="Nexa-Bold" panose="01000000000000000000" pitchFamily="2" charset="0"/>
              </a:rPr>
              <a:t>Requirements</a:t>
            </a:r>
            <a:endParaRPr lang="en-GB" sz="2000" dirty="0"/>
          </a:p>
          <a:p>
            <a:pPr>
              <a:lnSpc>
                <a:spcPct val="150000"/>
              </a:lnSpc>
            </a:pPr>
            <a:r>
              <a:rPr lang="en-GB" sz="1600" dirty="0"/>
              <a:t>The following activity is based on the example tutorial “Hello World” which can be found </a:t>
            </a:r>
            <a:r>
              <a:rPr lang="en-GB" sz="1600" dirty="0">
                <a:hlinkClick r:id="rId2"/>
              </a:rPr>
              <a:t>here</a:t>
            </a:r>
            <a:r>
              <a:rPr lang="en-GB" sz="1600" dirty="0"/>
              <a:t>.</a:t>
            </a:r>
          </a:p>
          <a:p>
            <a:pPr>
              <a:lnSpc>
                <a:spcPct val="150000"/>
              </a:lnSpc>
            </a:pPr>
            <a:r>
              <a:rPr lang="en-GB" sz="1600" dirty="0"/>
              <a:t>This activity requires Arduino IDE to be installed. Follow the tutorial on how to install it in presentation:</a:t>
            </a:r>
          </a:p>
          <a:p>
            <a:pPr marL="0" indent="0" algn="ctr">
              <a:lnSpc>
                <a:spcPct val="150000"/>
              </a:lnSpc>
              <a:buNone/>
            </a:pPr>
            <a:r>
              <a:rPr lang="en-GB" sz="1600" dirty="0"/>
              <a:t> </a:t>
            </a:r>
            <a:r>
              <a:rPr lang="en-GB" sz="1600" i="1" dirty="0"/>
              <a:t>MCR2_ROS_ArduinoIDE_Configuration</a:t>
            </a:r>
            <a:endParaRPr lang="en-GB" sz="1600" dirty="0"/>
          </a:p>
          <a:p>
            <a:pPr>
              <a:lnSpc>
                <a:spcPct val="150000"/>
              </a:lnSpc>
            </a:pPr>
            <a:r>
              <a:rPr lang="en-GB" sz="1600" dirty="0"/>
              <a:t>For this activity is required to have a </a:t>
            </a:r>
            <a:r>
              <a:rPr lang="en-GB" sz="1600" dirty="0" err="1"/>
              <a:t>Hackerboard</a:t>
            </a:r>
            <a:r>
              <a:rPr lang="en-GB" sz="1600" dirty="0"/>
              <a:t> or an Arduino Mega.</a:t>
            </a:r>
          </a:p>
          <a:p>
            <a:pPr>
              <a:lnSpc>
                <a:spcPct val="150000"/>
              </a:lnSpc>
            </a:pPr>
            <a:endParaRPr lang="en-GB" sz="1600" dirty="0"/>
          </a:p>
          <a:p>
            <a:pPr>
              <a:lnSpc>
                <a:spcPct val="150000"/>
              </a:lnSpc>
            </a:pPr>
            <a:endParaRPr lang="en-GB" sz="1600" dirty="0"/>
          </a:p>
        </p:txBody>
      </p:sp>
      <p:sp>
        <p:nvSpPr>
          <p:cNvPr id="4" name="Title 3">
            <a:extLst>
              <a:ext uri="{FF2B5EF4-FFF2-40B4-BE49-F238E27FC236}">
                <a16:creationId xmlns:a16="http://schemas.microsoft.com/office/drawing/2014/main" id="{127112A0-6A35-F39B-5ED9-1CBBAC986303}"/>
              </a:ext>
            </a:extLst>
          </p:cNvPr>
          <p:cNvSpPr>
            <a:spLocks noGrp="1"/>
          </p:cNvSpPr>
          <p:nvPr>
            <p:ph type="title"/>
          </p:nvPr>
        </p:nvSpPr>
        <p:spPr/>
        <p:txBody>
          <a:bodyPr/>
          <a:lstStyle/>
          <a:p>
            <a:r>
              <a:rPr lang="en-GB"/>
              <a:t>Activity</a:t>
            </a:r>
          </a:p>
        </p:txBody>
      </p:sp>
      <p:pic>
        <p:nvPicPr>
          <p:cNvPr id="6" name="Picture 5">
            <a:extLst>
              <a:ext uri="{FF2B5EF4-FFF2-40B4-BE49-F238E27FC236}">
                <a16:creationId xmlns:a16="http://schemas.microsoft.com/office/drawing/2014/main" id="{B3B6F64F-D1D6-1D45-709D-E43C86D34B50}"/>
              </a:ext>
            </a:extLst>
          </p:cNvPr>
          <p:cNvPicPr>
            <a:picLocks noChangeAspect="1"/>
          </p:cNvPicPr>
          <p:nvPr/>
        </p:nvPicPr>
        <p:blipFill rotWithShape="1">
          <a:blip r:embed="rId3"/>
          <a:srcRect l="6550" r="9318"/>
          <a:stretch/>
        </p:blipFill>
        <p:spPr>
          <a:xfrm rot="10800000">
            <a:off x="9432165" y="2975771"/>
            <a:ext cx="2596550" cy="2473134"/>
          </a:xfrm>
          <a:prstGeom prst="rect">
            <a:avLst/>
          </a:prstGeom>
        </p:spPr>
      </p:pic>
      <p:pic>
        <p:nvPicPr>
          <p:cNvPr id="9" name="Picture 8">
            <a:extLst>
              <a:ext uri="{FF2B5EF4-FFF2-40B4-BE49-F238E27FC236}">
                <a16:creationId xmlns:a16="http://schemas.microsoft.com/office/drawing/2014/main" id="{1187B505-2618-4CA1-3E55-801ED3200332}"/>
              </a:ext>
            </a:extLst>
          </p:cNvPr>
          <p:cNvPicPr>
            <a:picLocks noChangeAspect="1"/>
          </p:cNvPicPr>
          <p:nvPr/>
        </p:nvPicPr>
        <p:blipFill>
          <a:blip r:embed="rId4"/>
          <a:stretch>
            <a:fillRect/>
          </a:stretch>
        </p:blipFill>
        <p:spPr>
          <a:xfrm>
            <a:off x="6576865" y="1715513"/>
            <a:ext cx="2500668" cy="1260257"/>
          </a:xfrm>
          <a:prstGeom prst="rect">
            <a:avLst/>
          </a:prstGeom>
        </p:spPr>
      </p:pic>
      <p:pic>
        <p:nvPicPr>
          <p:cNvPr id="11" name="Graphic 10" descr="Computer outline">
            <a:extLst>
              <a:ext uri="{FF2B5EF4-FFF2-40B4-BE49-F238E27FC236}">
                <a16:creationId xmlns:a16="http://schemas.microsoft.com/office/drawing/2014/main" id="{2E9738C2-43A6-AC55-4031-B031A2385F1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74432" y="3872404"/>
            <a:ext cx="2596550" cy="2596550"/>
          </a:xfrm>
          <a:prstGeom prst="rect">
            <a:avLst/>
          </a:prstGeom>
        </p:spPr>
      </p:pic>
      <p:sp>
        <p:nvSpPr>
          <p:cNvPr id="13" name="TextBox 12">
            <a:extLst>
              <a:ext uri="{FF2B5EF4-FFF2-40B4-BE49-F238E27FC236}">
                <a16:creationId xmlns:a16="http://schemas.microsoft.com/office/drawing/2014/main" id="{283C322E-03F6-1C10-C642-78F980CADE49}"/>
              </a:ext>
            </a:extLst>
          </p:cNvPr>
          <p:cNvSpPr txBox="1"/>
          <p:nvPr/>
        </p:nvSpPr>
        <p:spPr>
          <a:xfrm>
            <a:off x="6576864" y="2975770"/>
            <a:ext cx="1772005" cy="369332"/>
          </a:xfrm>
          <a:prstGeom prst="rect">
            <a:avLst/>
          </a:prstGeom>
          <a:noFill/>
        </p:spPr>
        <p:txBody>
          <a:bodyPr wrap="square">
            <a:spAutoFit/>
          </a:bodyPr>
          <a:lstStyle/>
          <a:p>
            <a:r>
              <a:rPr lang="en-US" sz="1800" dirty="0">
                <a:solidFill>
                  <a:schemeClr val="bg2">
                    <a:lumMod val="50000"/>
                  </a:schemeClr>
                </a:solidFill>
                <a:latin typeface="Nexa-Bold" panose="01000000000000000000" pitchFamily="2" charset="0"/>
              </a:rPr>
              <a:t>Arduino Mega</a:t>
            </a:r>
            <a:endParaRPr lang="en-GB" dirty="0">
              <a:solidFill>
                <a:schemeClr val="bg2">
                  <a:lumMod val="50000"/>
                </a:schemeClr>
              </a:solidFill>
            </a:endParaRPr>
          </a:p>
        </p:txBody>
      </p:sp>
      <p:sp>
        <p:nvSpPr>
          <p:cNvPr id="14" name="TextBox 13">
            <a:extLst>
              <a:ext uri="{FF2B5EF4-FFF2-40B4-BE49-F238E27FC236}">
                <a16:creationId xmlns:a16="http://schemas.microsoft.com/office/drawing/2014/main" id="{AC48287D-4BC1-DC2A-EFF6-FAD68B2BF357}"/>
              </a:ext>
            </a:extLst>
          </p:cNvPr>
          <p:cNvSpPr txBox="1"/>
          <p:nvPr/>
        </p:nvSpPr>
        <p:spPr>
          <a:xfrm>
            <a:off x="9432165" y="5448906"/>
            <a:ext cx="1772005" cy="369332"/>
          </a:xfrm>
          <a:prstGeom prst="rect">
            <a:avLst/>
          </a:prstGeom>
          <a:noFill/>
        </p:spPr>
        <p:txBody>
          <a:bodyPr wrap="square">
            <a:spAutoFit/>
          </a:bodyPr>
          <a:lstStyle/>
          <a:p>
            <a:r>
              <a:rPr lang="en-US" sz="1800" dirty="0" err="1">
                <a:solidFill>
                  <a:schemeClr val="bg2">
                    <a:lumMod val="50000"/>
                  </a:schemeClr>
                </a:solidFill>
                <a:latin typeface="Nexa-Bold" panose="01000000000000000000" pitchFamily="2" charset="0"/>
              </a:rPr>
              <a:t>Hackerboard</a:t>
            </a:r>
            <a:endParaRPr lang="en-GB" dirty="0">
              <a:solidFill>
                <a:schemeClr val="bg2">
                  <a:lumMod val="50000"/>
                </a:schemeClr>
              </a:solidFill>
            </a:endParaRPr>
          </a:p>
        </p:txBody>
      </p:sp>
      <p:sp>
        <p:nvSpPr>
          <p:cNvPr id="15" name="TextBox 14">
            <a:extLst>
              <a:ext uri="{FF2B5EF4-FFF2-40B4-BE49-F238E27FC236}">
                <a16:creationId xmlns:a16="http://schemas.microsoft.com/office/drawing/2014/main" id="{69D44C07-72CB-735C-CE22-ED1E20E00940}"/>
              </a:ext>
            </a:extLst>
          </p:cNvPr>
          <p:cNvSpPr txBox="1"/>
          <p:nvPr/>
        </p:nvSpPr>
        <p:spPr>
          <a:xfrm>
            <a:off x="6786704" y="5980371"/>
            <a:ext cx="1772005" cy="369332"/>
          </a:xfrm>
          <a:prstGeom prst="rect">
            <a:avLst/>
          </a:prstGeom>
          <a:noFill/>
        </p:spPr>
        <p:txBody>
          <a:bodyPr wrap="square">
            <a:spAutoFit/>
          </a:bodyPr>
          <a:lstStyle/>
          <a:p>
            <a:r>
              <a:rPr lang="en-US" sz="1800" dirty="0">
                <a:solidFill>
                  <a:schemeClr val="bg2">
                    <a:lumMod val="50000"/>
                  </a:schemeClr>
                </a:solidFill>
                <a:latin typeface="Nexa-Bold" panose="01000000000000000000" pitchFamily="2" charset="0"/>
              </a:rPr>
              <a:t>Computer</a:t>
            </a:r>
            <a:endParaRPr lang="en-GB" dirty="0">
              <a:solidFill>
                <a:schemeClr val="bg2">
                  <a:lumMod val="50000"/>
                </a:schemeClr>
              </a:solidFill>
            </a:endParaRPr>
          </a:p>
        </p:txBody>
      </p:sp>
      <p:pic>
        <p:nvPicPr>
          <p:cNvPr id="4098" name="Picture 2" descr="Simple Arduino PNG Transparent Background, Free Download #17572 -  FreeIconsPNG">
            <a:extLst>
              <a:ext uri="{FF2B5EF4-FFF2-40B4-BE49-F238E27FC236}">
                <a16:creationId xmlns:a16="http://schemas.microsoft.com/office/drawing/2014/main" id="{AB910E7E-8381-07F5-38CB-8DBB814BF6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6864" y="4541678"/>
            <a:ext cx="1293385" cy="934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6886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5CAD4C-05FC-13B4-27FE-FB7A0F9270D3}"/>
              </a:ext>
            </a:extLst>
          </p:cNvPr>
          <p:cNvSpPr>
            <a:spLocks noGrp="1"/>
          </p:cNvSpPr>
          <p:nvPr>
            <p:ph sz="half" idx="1"/>
          </p:nvPr>
        </p:nvSpPr>
        <p:spPr>
          <a:xfrm>
            <a:off x="403245" y="1587085"/>
            <a:ext cx="5417773" cy="5150176"/>
          </a:xfrm>
        </p:spPr>
        <p:txBody>
          <a:bodyPr>
            <a:normAutofit fontScale="92500" lnSpcReduction="10000"/>
          </a:bodyPr>
          <a:lstStyle/>
          <a:p>
            <a:pPr marL="0" indent="0">
              <a:lnSpc>
                <a:spcPct val="170000"/>
              </a:lnSpc>
              <a:buNone/>
            </a:pPr>
            <a:r>
              <a:rPr lang="en-GB" sz="2200" dirty="0">
                <a:latin typeface="Nexa-Bold" panose="01000000000000000000" pitchFamily="2" charset="0"/>
              </a:rPr>
              <a:t>Description</a:t>
            </a:r>
          </a:p>
          <a:p>
            <a:pPr>
              <a:lnSpc>
                <a:spcPct val="170000"/>
              </a:lnSpc>
            </a:pPr>
            <a:r>
              <a:rPr lang="en-GB" sz="1500" dirty="0"/>
              <a:t>In this activity, a node running a simple publisher will be made. </a:t>
            </a:r>
          </a:p>
          <a:p>
            <a:pPr>
              <a:lnSpc>
                <a:spcPct val="170000"/>
              </a:lnSpc>
            </a:pPr>
            <a:r>
              <a:rPr lang="en-GB" sz="1500" dirty="0"/>
              <a:t>This node will run inside the microcontroller and will communicate with the computer through serial communication using the </a:t>
            </a:r>
            <a:r>
              <a:rPr lang="en-GB" sz="1500" dirty="0" err="1"/>
              <a:t>rosserial</a:t>
            </a:r>
            <a:r>
              <a:rPr lang="en-GB" sz="1500" dirty="0"/>
              <a:t> protocol.</a:t>
            </a:r>
          </a:p>
          <a:p>
            <a:pPr>
              <a:lnSpc>
                <a:spcPct val="170000"/>
              </a:lnSpc>
            </a:pPr>
            <a:r>
              <a:rPr lang="en-GB" sz="1500" dirty="0"/>
              <a:t>The node will publish a simple string message “Hello World”, which will be read by the computer using a </a:t>
            </a:r>
            <a:r>
              <a:rPr lang="en-GB" sz="1500" dirty="0" err="1"/>
              <a:t>ros</a:t>
            </a:r>
            <a:r>
              <a:rPr lang="en-GB" sz="1500" dirty="0"/>
              <a:t> command line for simplicity.</a:t>
            </a:r>
          </a:p>
          <a:p>
            <a:pPr>
              <a:lnSpc>
                <a:spcPct val="150000"/>
              </a:lnSpc>
            </a:pPr>
            <a:r>
              <a:rPr lang="en-US" sz="1500" dirty="0"/>
              <a:t>This activity will be divided into two parts. The first part involving Arduino IDE for programming the MCU. </a:t>
            </a:r>
          </a:p>
          <a:p>
            <a:pPr>
              <a:lnSpc>
                <a:spcPct val="150000"/>
              </a:lnSpc>
            </a:pPr>
            <a:r>
              <a:rPr lang="en-US" sz="1500" dirty="0"/>
              <a:t>The second part involving the commands required to connect to the MCU to the computer.</a:t>
            </a:r>
          </a:p>
          <a:p>
            <a:pPr>
              <a:lnSpc>
                <a:spcPct val="170000"/>
              </a:lnSpc>
            </a:pPr>
            <a:endParaRPr lang="en-GB" sz="1400" dirty="0"/>
          </a:p>
          <a:p>
            <a:pPr>
              <a:lnSpc>
                <a:spcPct val="150000"/>
              </a:lnSpc>
            </a:pPr>
            <a:endParaRPr lang="en-US" sz="1400" dirty="0"/>
          </a:p>
        </p:txBody>
      </p:sp>
      <p:pic>
        <p:nvPicPr>
          <p:cNvPr id="5" name="Content Placeholder 4">
            <a:extLst>
              <a:ext uri="{FF2B5EF4-FFF2-40B4-BE49-F238E27FC236}">
                <a16:creationId xmlns:a16="http://schemas.microsoft.com/office/drawing/2014/main" id="{6A6D4A16-3CAA-7EE4-40CE-E13DF9EE0272}"/>
              </a:ext>
            </a:extLst>
          </p:cNvPr>
          <p:cNvPicPr>
            <a:picLocks noGrp="1" noChangeAspect="1"/>
          </p:cNvPicPr>
          <p:nvPr>
            <p:ph sz="half" idx="2"/>
          </p:nvPr>
        </p:nvPicPr>
        <p:blipFill>
          <a:blip r:embed="rId2"/>
          <a:stretch>
            <a:fillRect/>
          </a:stretch>
        </p:blipFill>
        <p:spPr>
          <a:xfrm>
            <a:off x="6172200" y="2600186"/>
            <a:ext cx="5181600" cy="2802215"/>
          </a:xfrm>
          <a:prstGeom prst="rect">
            <a:avLst/>
          </a:prstGeom>
        </p:spPr>
      </p:pic>
      <p:sp>
        <p:nvSpPr>
          <p:cNvPr id="4" name="Title 3">
            <a:extLst>
              <a:ext uri="{FF2B5EF4-FFF2-40B4-BE49-F238E27FC236}">
                <a16:creationId xmlns:a16="http://schemas.microsoft.com/office/drawing/2014/main" id="{F7043FC3-B966-09E5-36B7-4CA3DBA2B207}"/>
              </a:ext>
            </a:extLst>
          </p:cNvPr>
          <p:cNvSpPr>
            <a:spLocks noGrp="1"/>
          </p:cNvSpPr>
          <p:nvPr>
            <p:ph type="title"/>
          </p:nvPr>
        </p:nvSpPr>
        <p:spPr/>
        <p:txBody>
          <a:bodyPr/>
          <a:lstStyle/>
          <a:p>
            <a:r>
              <a:rPr lang="en-GB" dirty="0"/>
              <a:t>Activity</a:t>
            </a:r>
          </a:p>
        </p:txBody>
      </p:sp>
    </p:spTree>
    <p:extLst>
      <p:ext uri="{BB962C8B-B14F-4D97-AF65-F5344CB8AC3E}">
        <p14:creationId xmlns:p14="http://schemas.microsoft.com/office/powerpoint/2010/main" val="1397938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2E7B-13E8-2545-7ED4-8EF13B6ED8D2}"/>
              </a:ext>
            </a:extLst>
          </p:cNvPr>
          <p:cNvSpPr>
            <a:spLocks noGrp="1"/>
          </p:cNvSpPr>
          <p:nvPr>
            <p:ph type="title"/>
          </p:nvPr>
        </p:nvSpPr>
        <p:spPr/>
        <p:txBody>
          <a:bodyPr/>
          <a:lstStyle/>
          <a:p>
            <a:r>
              <a:rPr lang="en-GB" dirty="0"/>
              <a:t>Activity</a:t>
            </a:r>
          </a:p>
        </p:txBody>
      </p:sp>
      <p:pic>
        <p:nvPicPr>
          <p:cNvPr id="4" name="Content Placeholder 3">
            <a:extLst>
              <a:ext uri="{FF2B5EF4-FFF2-40B4-BE49-F238E27FC236}">
                <a16:creationId xmlns:a16="http://schemas.microsoft.com/office/drawing/2014/main" id="{6E955193-6B2A-8129-E273-5FF4B9D70848}"/>
              </a:ext>
            </a:extLst>
          </p:cNvPr>
          <p:cNvPicPr>
            <a:picLocks noGrp="1" noChangeAspect="1"/>
          </p:cNvPicPr>
          <p:nvPr>
            <p:ph idx="1"/>
          </p:nvPr>
        </p:nvPicPr>
        <p:blipFill>
          <a:blip r:embed="rId2"/>
          <a:stretch>
            <a:fillRect/>
          </a:stretch>
        </p:blipFill>
        <p:spPr>
          <a:xfrm>
            <a:off x="1630757" y="1599821"/>
            <a:ext cx="8930486" cy="5024787"/>
          </a:xfrm>
          <a:prstGeom prst="rect">
            <a:avLst/>
          </a:prstGeom>
        </p:spPr>
      </p:pic>
    </p:spTree>
    <p:extLst>
      <p:ext uri="{BB962C8B-B14F-4D97-AF65-F5344CB8AC3E}">
        <p14:creationId xmlns:p14="http://schemas.microsoft.com/office/powerpoint/2010/main" val="3270125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E412CA-94EC-C3B9-84AE-C71BC61A496B}"/>
              </a:ext>
            </a:extLst>
          </p:cNvPr>
          <p:cNvSpPr>
            <a:spLocks noGrp="1"/>
          </p:cNvSpPr>
          <p:nvPr>
            <p:ph sz="half" idx="1"/>
          </p:nvPr>
        </p:nvSpPr>
        <p:spPr>
          <a:xfrm>
            <a:off x="171125" y="1429248"/>
            <a:ext cx="5032039" cy="5287953"/>
          </a:xfrm>
        </p:spPr>
        <p:txBody>
          <a:bodyPr>
            <a:normAutofit/>
          </a:bodyPr>
          <a:lstStyle/>
          <a:p>
            <a:pPr marL="0" indent="0">
              <a:buNone/>
            </a:pPr>
            <a:r>
              <a:rPr lang="en-GB" sz="2000" dirty="0">
                <a:latin typeface="Nexa-Bold" panose="01000000000000000000" pitchFamily="2" charset="0"/>
              </a:rPr>
              <a:t>Compilation (Arduino IDE)</a:t>
            </a:r>
            <a:endParaRPr lang="en-GB" sz="2000" dirty="0"/>
          </a:p>
          <a:p>
            <a:pPr>
              <a:lnSpc>
                <a:spcPct val="150000"/>
              </a:lnSpc>
            </a:pPr>
            <a:r>
              <a:rPr lang="en-GB" sz="1400" dirty="0"/>
              <a:t>Open Arduino IDE (previously configured).</a:t>
            </a:r>
          </a:p>
          <a:p>
            <a:pPr>
              <a:lnSpc>
                <a:spcPct val="150000"/>
              </a:lnSpc>
            </a:pPr>
            <a:r>
              <a:rPr lang="en-GB" sz="1400" dirty="0"/>
              <a:t>Type the code in the previous slide.</a:t>
            </a:r>
          </a:p>
          <a:p>
            <a:pPr>
              <a:lnSpc>
                <a:spcPct val="150000"/>
              </a:lnSpc>
            </a:pPr>
            <a:r>
              <a:rPr lang="en-GB" sz="1400" dirty="0"/>
              <a:t>Select the board to be used Tools&gt;Board ESP32 for </a:t>
            </a:r>
            <a:r>
              <a:rPr lang="en-GB" sz="1400" dirty="0" err="1"/>
              <a:t>Hackeboard</a:t>
            </a:r>
            <a:r>
              <a:rPr lang="en-GB" sz="1400" dirty="0"/>
              <a:t> or Arduino Mega</a:t>
            </a:r>
          </a:p>
          <a:p>
            <a:pPr lvl="1">
              <a:lnSpc>
                <a:spcPct val="150000"/>
              </a:lnSpc>
            </a:pPr>
            <a:r>
              <a:rPr lang="en-GB" sz="1400" dirty="0"/>
              <a:t>For Arduino Select Arduino AVR Boards&gt;Arduino Mega or Mega 2560</a:t>
            </a:r>
          </a:p>
          <a:p>
            <a:pPr lvl="1">
              <a:lnSpc>
                <a:spcPct val="150000"/>
              </a:lnSpc>
            </a:pPr>
            <a:r>
              <a:rPr lang="en-GB" sz="1400" dirty="0"/>
              <a:t>For </a:t>
            </a:r>
            <a:r>
              <a:rPr lang="en-GB" sz="1400" dirty="0" err="1"/>
              <a:t>Hackerboard</a:t>
            </a:r>
            <a:r>
              <a:rPr lang="en-GB" sz="1400" dirty="0"/>
              <a:t> select ESP32 Arduino &gt; DOIT ESP32 DEVKIT V1</a:t>
            </a:r>
          </a:p>
          <a:p>
            <a:pPr>
              <a:lnSpc>
                <a:spcPct val="150000"/>
              </a:lnSpc>
            </a:pPr>
            <a:endParaRPr lang="en-GB" sz="1400" dirty="0"/>
          </a:p>
          <a:p>
            <a:pPr>
              <a:lnSpc>
                <a:spcPct val="150000"/>
              </a:lnSpc>
            </a:pPr>
            <a:endParaRPr lang="en-GB" sz="1400" dirty="0"/>
          </a:p>
          <a:p>
            <a:endParaRPr lang="en-GB" sz="1400" dirty="0"/>
          </a:p>
          <a:p>
            <a:endParaRPr lang="en-GB" dirty="0"/>
          </a:p>
        </p:txBody>
      </p:sp>
      <p:sp>
        <p:nvSpPr>
          <p:cNvPr id="4" name="Title 3">
            <a:extLst>
              <a:ext uri="{FF2B5EF4-FFF2-40B4-BE49-F238E27FC236}">
                <a16:creationId xmlns:a16="http://schemas.microsoft.com/office/drawing/2014/main" id="{BB2113B9-BCE3-303C-79A8-17C2C9EE85B1}"/>
              </a:ext>
            </a:extLst>
          </p:cNvPr>
          <p:cNvSpPr>
            <a:spLocks noGrp="1"/>
          </p:cNvSpPr>
          <p:nvPr>
            <p:ph type="title"/>
          </p:nvPr>
        </p:nvSpPr>
        <p:spPr/>
        <p:txBody>
          <a:bodyPr/>
          <a:lstStyle/>
          <a:p>
            <a:r>
              <a:rPr lang="en-GB" dirty="0"/>
              <a:t>Activity</a:t>
            </a:r>
          </a:p>
        </p:txBody>
      </p:sp>
      <p:pic>
        <p:nvPicPr>
          <p:cNvPr id="7" name="Picture 6">
            <a:extLst>
              <a:ext uri="{FF2B5EF4-FFF2-40B4-BE49-F238E27FC236}">
                <a16:creationId xmlns:a16="http://schemas.microsoft.com/office/drawing/2014/main" id="{B4D8F1A2-0DD3-D9DF-9671-3BED4CADAFCE}"/>
              </a:ext>
            </a:extLst>
          </p:cNvPr>
          <p:cNvPicPr>
            <a:picLocks noChangeAspect="1"/>
          </p:cNvPicPr>
          <p:nvPr/>
        </p:nvPicPr>
        <p:blipFill>
          <a:blip r:embed="rId2"/>
          <a:stretch>
            <a:fillRect/>
          </a:stretch>
        </p:blipFill>
        <p:spPr>
          <a:xfrm>
            <a:off x="8110271" y="4382588"/>
            <a:ext cx="720883" cy="411030"/>
          </a:xfrm>
          <a:prstGeom prst="rect">
            <a:avLst/>
          </a:prstGeom>
        </p:spPr>
      </p:pic>
      <p:sp>
        <p:nvSpPr>
          <p:cNvPr id="9" name="Content Placeholder 8">
            <a:extLst>
              <a:ext uri="{FF2B5EF4-FFF2-40B4-BE49-F238E27FC236}">
                <a16:creationId xmlns:a16="http://schemas.microsoft.com/office/drawing/2014/main" id="{DE85C0B8-C39E-86C0-C06D-01E3EB32A0E8}"/>
              </a:ext>
            </a:extLst>
          </p:cNvPr>
          <p:cNvSpPr>
            <a:spLocks noGrp="1"/>
          </p:cNvSpPr>
          <p:nvPr>
            <p:ph sz="half" idx="2"/>
          </p:nvPr>
        </p:nvSpPr>
        <p:spPr>
          <a:xfrm>
            <a:off x="6172200" y="1570046"/>
            <a:ext cx="5181600" cy="5287953"/>
          </a:xfrm>
        </p:spPr>
        <p:txBody>
          <a:bodyPr>
            <a:normAutofit lnSpcReduction="10000"/>
          </a:bodyPr>
          <a:lstStyle/>
          <a:p>
            <a:pPr>
              <a:lnSpc>
                <a:spcPct val="150000"/>
              </a:lnSpc>
            </a:pPr>
            <a:endParaRPr lang="en-GB" sz="1400" dirty="0"/>
          </a:p>
          <a:p>
            <a:pPr>
              <a:lnSpc>
                <a:spcPct val="150000"/>
              </a:lnSpc>
            </a:pPr>
            <a:endParaRPr lang="en-GB" sz="1400" dirty="0"/>
          </a:p>
          <a:p>
            <a:pPr>
              <a:lnSpc>
                <a:spcPct val="150000"/>
              </a:lnSpc>
            </a:pPr>
            <a:endParaRPr lang="en-GB" sz="1400" dirty="0"/>
          </a:p>
          <a:p>
            <a:pPr>
              <a:lnSpc>
                <a:spcPct val="150000"/>
              </a:lnSpc>
            </a:pPr>
            <a:endParaRPr lang="en-GB" sz="1400" dirty="0"/>
          </a:p>
          <a:p>
            <a:pPr>
              <a:lnSpc>
                <a:spcPct val="150000"/>
              </a:lnSpc>
            </a:pPr>
            <a:endParaRPr lang="en-GB" sz="1400" dirty="0"/>
          </a:p>
          <a:p>
            <a:pPr>
              <a:lnSpc>
                <a:spcPct val="150000"/>
              </a:lnSpc>
            </a:pPr>
            <a:r>
              <a:rPr lang="en-GB" sz="1400" dirty="0"/>
              <a:t>Compile the code using by clicking check mark button located on the upper left corner.</a:t>
            </a:r>
          </a:p>
          <a:p>
            <a:pPr>
              <a:lnSpc>
                <a:spcPct val="150000"/>
              </a:lnSpc>
            </a:pPr>
            <a:endParaRPr lang="en-GB" sz="1400" dirty="0"/>
          </a:p>
          <a:p>
            <a:pPr>
              <a:lnSpc>
                <a:spcPct val="150000"/>
              </a:lnSpc>
            </a:pPr>
            <a:r>
              <a:rPr lang="en-GB" sz="1400" dirty="0"/>
              <a:t>The following message should be displayed:</a:t>
            </a:r>
          </a:p>
          <a:p>
            <a:pPr marL="0" indent="0">
              <a:lnSpc>
                <a:spcPct val="150000"/>
              </a:lnSpc>
              <a:buNone/>
            </a:pPr>
            <a:endParaRPr lang="en-GB" sz="1400" dirty="0"/>
          </a:p>
          <a:p>
            <a:pPr>
              <a:lnSpc>
                <a:spcPct val="150000"/>
              </a:lnSpc>
            </a:pPr>
            <a:r>
              <a:rPr lang="en-GB" sz="1400" dirty="0"/>
              <a:t>For compilation errors or troubleshoot with the libraries, see presentation MCR2_ROS_Arduino_IDE_Configuration.</a:t>
            </a:r>
          </a:p>
          <a:p>
            <a:endParaRPr lang="en-GB" dirty="0"/>
          </a:p>
        </p:txBody>
      </p:sp>
      <p:pic>
        <p:nvPicPr>
          <p:cNvPr id="17" name="Picture 16">
            <a:extLst>
              <a:ext uri="{FF2B5EF4-FFF2-40B4-BE49-F238E27FC236}">
                <a16:creationId xmlns:a16="http://schemas.microsoft.com/office/drawing/2014/main" id="{9AC76499-06FD-7DCA-BED9-FD1EF6ACC90C}"/>
              </a:ext>
            </a:extLst>
          </p:cNvPr>
          <p:cNvPicPr>
            <a:picLocks noChangeAspect="1"/>
          </p:cNvPicPr>
          <p:nvPr/>
        </p:nvPicPr>
        <p:blipFill>
          <a:blip r:embed="rId3"/>
          <a:stretch>
            <a:fillRect/>
          </a:stretch>
        </p:blipFill>
        <p:spPr>
          <a:xfrm>
            <a:off x="6172200" y="5156920"/>
            <a:ext cx="5467274" cy="543663"/>
          </a:xfrm>
          <a:prstGeom prst="rect">
            <a:avLst/>
          </a:prstGeom>
        </p:spPr>
      </p:pic>
      <p:pic>
        <p:nvPicPr>
          <p:cNvPr id="18" name="Picture 17">
            <a:extLst>
              <a:ext uri="{FF2B5EF4-FFF2-40B4-BE49-F238E27FC236}">
                <a16:creationId xmlns:a16="http://schemas.microsoft.com/office/drawing/2014/main" id="{49C12E66-6703-DF77-4954-3498538052C7}"/>
              </a:ext>
            </a:extLst>
          </p:cNvPr>
          <p:cNvPicPr>
            <a:picLocks noChangeAspect="1"/>
          </p:cNvPicPr>
          <p:nvPr/>
        </p:nvPicPr>
        <p:blipFill rotWithShape="1">
          <a:blip r:embed="rId4"/>
          <a:srcRect l="6111" t="2037" r="41790" b="60555"/>
          <a:stretch/>
        </p:blipFill>
        <p:spPr>
          <a:xfrm>
            <a:off x="6399956" y="1429248"/>
            <a:ext cx="4862395" cy="2366756"/>
          </a:xfrm>
          <a:prstGeom prst="rect">
            <a:avLst/>
          </a:prstGeom>
        </p:spPr>
      </p:pic>
      <p:pic>
        <p:nvPicPr>
          <p:cNvPr id="19" name="Picture 18">
            <a:extLst>
              <a:ext uri="{FF2B5EF4-FFF2-40B4-BE49-F238E27FC236}">
                <a16:creationId xmlns:a16="http://schemas.microsoft.com/office/drawing/2014/main" id="{8CB024B7-FD52-5008-C779-E570DAB87E97}"/>
              </a:ext>
            </a:extLst>
          </p:cNvPr>
          <p:cNvPicPr>
            <a:picLocks noChangeAspect="1"/>
          </p:cNvPicPr>
          <p:nvPr/>
        </p:nvPicPr>
        <p:blipFill rotWithShape="1">
          <a:blip r:embed="rId5"/>
          <a:srcRect l="6481" t="2500" r="42284" b="61759"/>
          <a:stretch/>
        </p:blipFill>
        <p:spPr>
          <a:xfrm>
            <a:off x="615333" y="4794916"/>
            <a:ext cx="4436166" cy="2063084"/>
          </a:xfrm>
          <a:prstGeom prst="rect">
            <a:avLst/>
          </a:prstGeom>
        </p:spPr>
      </p:pic>
    </p:spTree>
    <p:extLst>
      <p:ext uri="{BB962C8B-B14F-4D97-AF65-F5344CB8AC3E}">
        <p14:creationId xmlns:p14="http://schemas.microsoft.com/office/powerpoint/2010/main" val="985606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0152F0-E561-CF31-CEFC-CC376DD41F0E}"/>
              </a:ext>
            </a:extLst>
          </p:cNvPr>
          <p:cNvSpPr>
            <a:spLocks noGrp="1"/>
          </p:cNvSpPr>
          <p:nvPr>
            <p:ph sz="half" idx="1"/>
          </p:nvPr>
        </p:nvSpPr>
        <p:spPr/>
        <p:txBody>
          <a:bodyPr>
            <a:normAutofit lnSpcReduction="10000"/>
          </a:bodyPr>
          <a:lstStyle/>
          <a:p>
            <a:pPr marL="0" indent="0">
              <a:buNone/>
            </a:pPr>
            <a:r>
              <a:rPr lang="en-GB" sz="2000" dirty="0">
                <a:latin typeface="Nexa-Bold" panose="01000000000000000000" pitchFamily="2" charset="0"/>
              </a:rPr>
              <a:t>Uploading (Arduino IDE)</a:t>
            </a:r>
          </a:p>
          <a:p>
            <a:pPr>
              <a:lnSpc>
                <a:spcPct val="150000"/>
              </a:lnSpc>
            </a:pPr>
            <a:r>
              <a:rPr lang="en-GB" sz="1400" dirty="0"/>
              <a:t>Connect the board</a:t>
            </a:r>
          </a:p>
          <a:p>
            <a:pPr>
              <a:lnSpc>
                <a:spcPct val="150000"/>
              </a:lnSpc>
            </a:pPr>
            <a:r>
              <a:rPr lang="en-GB" sz="1400" dirty="0"/>
              <a:t>Select the port to be used Tools&gt;Port</a:t>
            </a:r>
          </a:p>
          <a:p>
            <a:pPr lvl="1">
              <a:lnSpc>
                <a:spcPct val="150000"/>
              </a:lnSpc>
            </a:pPr>
            <a:r>
              <a:rPr lang="en-GB" sz="1400" dirty="0"/>
              <a:t>If working on the VM, you must first select the option Connect to a virtual machine when automatically prompted (shown) and then select the port.</a:t>
            </a:r>
          </a:p>
          <a:p>
            <a:pPr>
              <a:lnSpc>
                <a:spcPct val="150000"/>
              </a:lnSpc>
            </a:pPr>
            <a:r>
              <a:rPr lang="en-GB" sz="1400" dirty="0"/>
              <a:t>Select the board to be used Tools&gt;Board</a:t>
            </a:r>
          </a:p>
          <a:p>
            <a:pPr lvl="1">
              <a:lnSpc>
                <a:spcPct val="150000"/>
              </a:lnSpc>
            </a:pPr>
            <a:r>
              <a:rPr lang="en-GB" sz="1400" dirty="0"/>
              <a:t>For Arduino Select Arduino AVR Boards&gt;Arduino Mega or Mega 2560</a:t>
            </a:r>
          </a:p>
          <a:p>
            <a:pPr lvl="1">
              <a:lnSpc>
                <a:spcPct val="150000"/>
              </a:lnSpc>
            </a:pPr>
            <a:r>
              <a:rPr lang="en-GB" sz="1400" dirty="0"/>
              <a:t>For </a:t>
            </a:r>
            <a:r>
              <a:rPr lang="en-GB" sz="1400" dirty="0" err="1"/>
              <a:t>Hackerboard</a:t>
            </a:r>
            <a:r>
              <a:rPr lang="en-GB" sz="1400" dirty="0"/>
              <a:t> select ESP32 Arduino &gt; DOIT ESP32 DEVKIT V1</a:t>
            </a:r>
          </a:p>
          <a:p>
            <a:pPr>
              <a:lnSpc>
                <a:spcPct val="150000"/>
              </a:lnSpc>
            </a:pPr>
            <a:endParaRPr lang="en-GB" sz="1400" dirty="0"/>
          </a:p>
          <a:p>
            <a:pPr>
              <a:lnSpc>
                <a:spcPct val="150000"/>
              </a:lnSpc>
            </a:pPr>
            <a:endParaRPr lang="en-GB" sz="1400" dirty="0"/>
          </a:p>
          <a:p>
            <a:pPr marL="0" indent="0">
              <a:lnSpc>
                <a:spcPct val="150000"/>
              </a:lnSpc>
              <a:buNone/>
            </a:pPr>
            <a:endParaRPr lang="en-GB" sz="1400" dirty="0"/>
          </a:p>
          <a:p>
            <a:pPr marL="0" indent="0">
              <a:buNone/>
            </a:pPr>
            <a:endParaRPr lang="en-GB" dirty="0">
              <a:latin typeface="Nexa-Bold" panose="01000000000000000000" pitchFamily="2" charset="0"/>
            </a:endParaRPr>
          </a:p>
        </p:txBody>
      </p:sp>
      <p:sp>
        <p:nvSpPr>
          <p:cNvPr id="6" name="Title 5">
            <a:extLst>
              <a:ext uri="{FF2B5EF4-FFF2-40B4-BE49-F238E27FC236}">
                <a16:creationId xmlns:a16="http://schemas.microsoft.com/office/drawing/2014/main" id="{7751EF39-38C8-F3AB-97E2-CFF536B5B423}"/>
              </a:ext>
            </a:extLst>
          </p:cNvPr>
          <p:cNvSpPr>
            <a:spLocks noGrp="1"/>
          </p:cNvSpPr>
          <p:nvPr>
            <p:ph type="title"/>
          </p:nvPr>
        </p:nvSpPr>
        <p:spPr/>
        <p:txBody>
          <a:bodyPr/>
          <a:lstStyle/>
          <a:p>
            <a:r>
              <a:rPr lang="en-GB" dirty="0"/>
              <a:t>Activity</a:t>
            </a:r>
          </a:p>
        </p:txBody>
      </p:sp>
      <p:pic>
        <p:nvPicPr>
          <p:cNvPr id="8" name="Picture 7">
            <a:extLst>
              <a:ext uri="{FF2B5EF4-FFF2-40B4-BE49-F238E27FC236}">
                <a16:creationId xmlns:a16="http://schemas.microsoft.com/office/drawing/2014/main" id="{D20EBDC6-556C-A974-CF58-A74B54B7AF42}"/>
              </a:ext>
            </a:extLst>
          </p:cNvPr>
          <p:cNvPicPr>
            <a:picLocks noChangeAspect="1"/>
          </p:cNvPicPr>
          <p:nvPr/>
        </p:nvPicPr>
        <p:blipFill>
          <a:blip r:embed="rId2"/>
          <a:stretch>
            <a:fillRect/>
          </a:stretch>
        </p:blipFill>
        <p:spPr>
          <a:xfrm>
            <a:off x="6674368" y="3289202"/>
            <a:ext cx="3628240" cy="3510794"/>
          </a:xfrm>
          <a:prstGeom prst="rect">
            <a:avLst/>
          </a:prstGeom>
        </p:spPr>
      </p:pic>
      <p:pic>
        <p:nvPicPr>
          <p:cNvPr id="10" name="Picture 9" descr="Graphical user interface, text, application, email&#10;&#10;Description automatically generated">
            <a:extLst>
              <a:ext uri="{FF2B5EF4-FFF2-40B4-BE49-F238E27FC236}">
                <a16:creationId xmlns:a16="http://schemas.microsoft.com/office/drawing/2014/main" id="{2E6C9335-DD86-4230-489B-576E9C9A16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9462" y="1345317"/>
            <a:ext cx="3703512" cy="1912312"/>
          </a:xfrm>
          <a:prstGeom prst="rect">
            <a:avLst/>
          </a:prstGeom>
        </p:spPr>
      </p:pic>
    </p:spTree>
    <p:extLst>
      <p:ext uri="{BB962C8B-B14F-4D97-AF65-F5344CB8AC3E}">
        <p14:creationId xmlns:p14="http://schemas.microsoft.com/office/powerpoint/2010/main" val="3045322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3ACD02-112C-CAE7-6A92-4EFB054A48DC}"/>
              </a:ext>
            </a:extLst>
          </p:cNvPr>
          <p:cNvSpPr>
            <a:spLocks noGrp="1"/>
          </p:cNvSpPr>
          <p:nvPr>
            <p:ph sz="half" idx="1"/>
          </p:nvPr>
        </p:nvSpPr>
        <p:spPr/>
        <p:txBody>
          <a:bodyPr/>
          <a:lstStyle/>
          <a:p>
            <a:pPr marL="0" indent="0">
              <a:buNone/>
            </a:pPr>
            <a:r>
              <a:rPr lang="en-GB" sz="2000" dirty="0">
                <a:latin typeface="Nexa-Bold" panose="01000000000000000000" pitchFamily="2" charset="0"/>
              </a:rPr>
              <a:t>Uploading (Arduino IDE)</a:t>
            </a:r>
          </a:p>
          <a:p>
            <a:pPr>
              <a:lnSpc>
                <a:spcPct val="150000"/>
              </a:lnSpc>
            </a:pPr>
            <a:r>
              <a:rPr lang="en-GB" sz="1400" dirty="0"/>
              <a:t>Upload the code using the arrow on the top left corner of the IDE.</a:t>
            </a:r>
          </a:p>
          <a:p>
            <a:pPr>
              <a:lnSpc>
                <a:spcPct val="150000"/>
              </a:lnSpc>
            </a:pPr>
            <a:endParaRPr lang="en-GB" sz="1400" dirty="0"/>
          </a:p>
          <a:p>
            <a:pPr>
              <a:lnSpc>
                <a:spcPct val="150000"/>
              </a:lnSpc>
            </a:pPr>
            <a:endParaRPr lang="en-GB" sz="1400" dirty="0"/>
          </a:p>
          <a:p>
            <a:r>
              <a:rPr lang="en-GB" sz="1400" dirty="0"/>
              <a:t>The following message should appear o the IDE</a:t>
            </a:r>
          </a:p>
          <a:p>
            <a:endParaRPr lang="en-GB" sz="1400" dirty="0"/>
          </a:p>
        </p:txBody>
      </p:sp>
      <p:sp>
        <p:nvSpPr>
          <p:cNvPr id="3" name="Content Placeholder 2">
            <a:extLst>
              <a:ext uri="{FF2B5EF4-FFF2-40B4-BE49-F238E27FC236}">
                <a16:creationId xmlns:a16="http://schemas.microsoft.com/office/drawing/2014/main" id="{4039B051-B022-7EB7-6201-2A24CC3AB887}"/>
              </a:ext>
            </a:extLst>
          </p:cNvPr>
          <p:cNvSpPr>
            <a:spLocks noGrp="1"/>
          </p:cNvSpPr>
          <p:nvPr>
            <p:ph sz="half" idx="2"/>
          </p:nvPr>
        </p:nvSpPr>
        <p:spPr>
          <a:noFill/>
        </p:spPr>
        <p:txBody>
          <a:bodyPr>
            <a:normAutofit fontScale="92500" lnSpcReduction="10000"/>
          </a:bodyPr>
          <a:lstStyle/>
          <a:p>
            <a:pPr marL="0" indent="0">
              <a:buNone/>
            </a:pPr>
            <a:r>
              <a:rPr lang="en-GB" sz="2000" dirty="0">
                <a:latin typeface="Nexa-Bold" panose="01000000000000000000" pitchFamily="2" charset="0"/>
              </a:rPr>
              <a:t>Running the node (Computer)</a:t>
            </a:r>
          </a:p>
          <a:p>
            <a:pPr>
              <a:lnSpc>
                <a:spcPct val="150000"/>
              </a:lnSpc>
            </a:pPr>
            <a:r>
              <a:rPr lang="en-GB" sz="1400" dirty="0"/>
              <a:t>Connect the board to the computer with ROS.</a:t>
            </a:r>
          </a:p>
          <a:p>
            <a:pPr>
              <a:lnSpc>
                <a:spcPct val="150000"/>
              </a:lnSpc>
            </a:pPr>
            <a:r>
              <a:rPr lang="en-GB" sz="1400" dirty="0"/>
              <a:t>(In Ubuntu) Make sure the port permissions are granted for the user. </a:t>
            </a:r>
          </a:p>
          <a:p>
            <a:pPr lvl="1">
              <a:lnSpc>
                <a:spcPct val="150000"/>
              </a:lnSpc>
            </a:pPr>
            <a:r>
              <a:rPr lang="en-US" sz="1400" dirty="0"/>
              <a:t>In a new terminal type </a:t>
            </a:r>
            <a:r>
              <a:rPr lang="en-US" sz="1400" dirty="0">
                <a:highlight>
                  <a:srgbClr val="C0C0C0"/>
                </a:highlight>
                <a:latin typeface="Consolas" panose="020B0609020204030204" pitchFamily="49" charset="0"/>
              </a:rPr>
              <a:t>cd /dev</a:t>
            </a:r>
            <a:r>
              <a:rPr lang="en-US" sz="1400" dirty="0">
                <a:latin typeface="Consolas" panose="020B0609020204030204" pitchFamily="49" charset="0"/>
              </a:rPr>
              <a:t> </a:t>
            </a:r>
            <a:r>
              <a:rPr lang="en-US" sz="1400" dirty="0"/>
              <a:t>to </a:t>
            </a:r>
            <a:r>
              <a:rPr lang="en-GB" sz="1400" dirty="0"/>
              <a:t>visualise</a:t>
            </a:r>
            <a:r>
              <a:rPr lang="en-US" sz="1400" dirty="0"/>
              <a:t> the port designated by Ubuntu to the MCU. This port are usually called </a:t>
            </a:r>
            <a:r>
              <a:rPr lang="en-US" sz="1400" dirty="0">
                <a:highlight>
                  <a:srgbClr val="C0C0C0"/>
                </a:highlight>
                <a:latin typeface="Consolas" panose="020B0609020204030204" pitchFamily="49" charset="0"/>
              </a:rPr>
              <a:t>/ttyACM0</a:t>
            </a:r>
            <a:r>
              <a:rPr lang="en-US" sz="1400" dirty="0">
                <a:latin typeface="Consolas" panose="020B0609020204030204" pitchFamily="49" charset="0"/>
              </a:rPr>
              <a:t> </a:t>
            </a:r>
            <a:r>
              <a:rPr lang="en-US" sz="1400" dirty="0"/>
              <a:t>or</a:t>
            </a:r>
            <a:r>
              <a:rPr lang="en-US" sz="1400" dirty="0">
                <a:latin typeface="Consolas" panose="020B0609020204030204" pitchFamily="49" charset="0"/>
              </a:rPr>
              <a:t> </a:t>
            </a:r>
            <a:r>
              <a:rPr lang="en-US" sz="1400" dirty="0">
                <a:highlight>
                  <a:srgbClr val="C0C0C0"/>
                </a:highlight>
                <a:latin typeface="Consolas" panose="020B0609020204030204" pitchFamily="49" charset="0"/>
              </a:rPr>
              <a:t>/ttyUSB0</a:t>
            </a:r>
            <a:r>
              <a:rPr lang="en-US" sz="1400" dirty="0">
                <a:latin typeface="Consolas" panose="020B0609020204030204" pitchFamily="49" charset="0"/>
              </a:rPr>
              <a:t>.</a:t>
            </a:r>
          </a:p>
          <a:p>
            <a:pPr lvl="1">
              <a:lnSpc>
                <a:spcPct val="150000"/>
              </a:lnSpc>
            </a:pPr>
            <a:endParaRPr lang="en-US" sz="1400" dirty="0">
              <a:latin typeface="Consolas" panose="020B0609020204030204" pitchFamily="49" charset="0"/>
            </a:endParaRPr>
          </a:p>
          <a:p>
            <a:pPr lvl="1">
              <a:lnSpc>
                <a:spcPct val="150000"/>
              </a:lnSpc>
            </a:pPr>
            <a:endParaRPr lang="en-GB" sz="1400" dirty="0"/>
          </a:p>
          <a:p>
            <a:pPr>
              <a:lnSpc>
                <a:spcPct val="150000"/>
              </a:lnSpc>
            </a:pPr>
            <a:endParaRPr lang="en-GB" sz="1400" dirty="0"/>
          </a:p>
          <a:p>
            <a:pPr marL="0" indent="0">
              <a:lnSpc>
                <a:spcPct val="150000"/>
              </a:lnSpc>
              <a:buNone/>
            </a:pPr>
            <a:r>
              <a:rPr lang="en-GB" sz="1400" dirty="0"/>
              <a:t> </a:t>
            </a:r>
          </a:p>
          <a:p>
            <a:pPr>
              <a:lnSpc>
                <a:spcPct val="150000"/>
              </a:lnSpc>
            </a:pPr>
            <a:r>
              <a:rPr lang="en-GB" sz="1400" dirty="0"/>
              <a:t>Launch the </a:t>
            </a:r>
            <a:r>
              <a:rPr lang="en-GB" sz="1400" dirty="0" err="1"/>
              <a:t>roscore</a:t>
            </a:r>
            <a:r>
              <a:rPr lang="en-GB" sz="1400" dirty="0"/>
              <a:t> on a new terminal</a:t>
            </a:r>
          </a:p>
          <a:p>
            <a:pPr>
              <a:lnSpc>
                <a:spcPct val="150000"/>
              </a:lnSpc>
            </a:pPr>
            <a:endParaRPr lang="en-GB" sz="1800" dirty="0"/>
          </a:p>
          <a:p>
            <a:endParaRPr lang="en-GB" dirty="0"/>
          </a:p>
        </p:txBody>
      </p:sp>
      <p:sp>
        <p:nvSpPr>
          <p:cNvPr id="4" name="Title 3">
            <a:extLst>
              <a:ext uri="{FF2B5EF4-FFF2-40B4-BE49-F238E27FC236}">
                <a16:creationId xmlns:a16="http://schemas.microsoft.com/office/drawing/2014/main" id="{281E25D6-5A70-A223-6B6D-A717E0FC96E1}"/>
              </a:ext>
            </a:extLst>
          </p:cNvPr>
          <p:cNvSpPr>
            <a:spLocks noGrp="1"/>
          </p:cNvSpPr>
          <p:nvPr>
            <p:ph type="title"/>
          </p:nvPr>
        </p:nvSpPr>
        <p:spPr/>
        <p:txBody>
          <a:bodyPr/>
          <a:lstStyle/>
          <a:p>
            <a:r>
              <a:rPr lang="en-GB" dirty="0"/>
              <a:t>Activity</a:t>
            </a:r>
          </a:p>
        </p:txBody>
      </p:sp>
      <p:pic>
        <p:nvPicPr>
          <p:cNvPr id="5" name="Picture 4">
            <a:extLst>
              <a:ext uri="{FF2B5EF4-FFF2-40B4-BE49-F238E27FC236}">
                <a16:creationId xmlns:a16="http://schemas.microsoft.com/office/drawing/2014/main" id="{7588A1E9-68D2-DDB1-3388-3B5F6919DD37}"/>
              </a:ext>
            </a:extLst>
          </p:cNvPr>
          <p:cNvPicPr>
            <a:picLocks noChangeAspect="1"/>
          </p:cNvPicPr>
          <p:nvPr/>
        </p:nvPicPr>
        <p:blipFill>
          <a:blip r:embed="rId2"/>
          <a:stretch>
            <a:fillRect/>
          </a:stretch>
        </p:blipFill>
        <p:spPr>
          <a:xfrm>
            <a:off x="2618192" y="2917277"/>
            <a:ext cx="720883" cy="411030"/>
          </a:xfrm>
          <a:prstGeom prst="rect">
            <a:avLst/>
          </a:prstGeom>
        </p:spPr>
      </p:pic>
      <p:pic>
        <p:nvPicPr>
          <p:cNvPr id="7" name="Picture 6">
            <a:extLst>
              <a:ext uri="{FF2B5EF4-FFF2-40B4-BE49-F238E27FC236}">
                <a16:creationId xmlns:a16="http://schemas.microsoft.com/office/drawing/2014/main" id="{C09EF342-43FD-81AC-FAE1-C309AEFFDA83}"/>
              </a:ext>
            </a:extLst>
          </p:cNvPr>
          <p:cNvPicPr>
            <a:picLocks noChangeAspect="1"/>
          </p:cNvPicPr>
          <p:nvPr/>
        </p:nvPicPr>
        <p:blipFill>
          <a:blip r:embed="rId3"/>
          <a:stretch>
            <a:fillRect/>
          </a:stretch>
        </p:blipFill>
        <p:spPr>
          <a:xfrm>
            <a:off x="1447771" y="4307575"/>
            <a:ext cx="3782607" cy="987408"/>
          </a:xfrm>
          <a:prstGeom prst="rect">
            <a:avLst/>
          </a:prstGeom>
        </p:spPr>
      </p:pic>
      <p:sp>
        <p:nvSpPr>
          <p:cNvPr id="8" name="Rectangle 3">
            <a:extLst>
              <a:ext uri="{FF2B5EF4-FFF2-40B4-BE49-F238E27FC236}">
                <a16:creationId xmlns:a16="http://schemas.microsoft.com/office/drawing/2014/main" id="{77943AF9-81D9-7D7C-9B62-4E481A8CAFE9}"/>
              </a:ext>
            </a:extLst>
          </p:cNvPr>
          <p:cNvSpPr>
            <a:spLocks noChangeArrowheads="1"/>
          </p:cNvSpPr>
          <p:nvPr/>
        </p:nvSpPr>
        <p:spPr bwMode="auto">
          <a:xfrm>
            <a:off x="6448451" y="6176963"/>
            <a:ext cx="5114544" cy="279544"/>
          </a:xfrm>
          <a:prstGeom prst="rect">
            <a:avLst/>
          </a:prstGeom>
          <a:solidFill>
            <a:srgbClr val="F3F5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265113" lvl="1" indent="-265113">
              <a:buNone/>
            </a:pPr>
            <a:r>
              <a:rPr lang="fr-FR" sz="1400" dirty="0">
                <a:solidFill>
                  <a:srgbClr val="808080"/>
                </a:solidFill>
                <a:latin typeface="Consolas" panose="020B0609020204030204" pitchFamily="49" charset="0"/>
              </a:rPr>
              <a:t> </a:t>
            </a:r>
            <a:r>
              <a:rPr lang="en-US" sz="1400" dirty="0" err="1">
                <a:solidFill>
                  <a:srgbClr val="808080"/>
                </a:solidFill>
                <a:latin typeface="Consolas" panose="020B0609020204030204" pitchFamily="49" charset="0"/>
              </a:rPr>
              <a:t>roscore</a:t>
            </a:r>
            <a:endParaRPr lang="en-GB" sz="1400" dirty="0">
              <a:solidFill>
                <a:srgbClr val="808080"/>
              </a:solidFill>
              <a:latin typeface="Consolas" panose="020B0609020204030204" pitchFamily="49" charset="0"/>
            </a:endParaRPr>
          </a:p>
        </p:txBody>
      </p:sp>
      <p:sp>
        <p:nvSpPr>
          <p:cNvPr id="9" name="Rectangle 3">
            <a:extLst>
              <a:ext uri="{FF2B5EF4-FFF2-40B4-BE49-F238E27FC236}">
                <a16:creationId xmlns:a16="http://schemas.microsoft.com/office/drawing/2014/main" id="{2C40120E-651E-6018-C74F-B45CAC1FB3D2}"/>
              </a:ext>
            </a:extLst>
          </p:cNvPr>
          <p:cNvSpPr>
            <a:spLocks noChangeArrowheads="1"/>
          </p:cNvSpPr>
          <p:nvPr/>
        </p:nvSpPr>
        <p:spPr bwMode="auto">
          <a:xfrm>
            <a:off x="6391656" y="4801279"/>
            <a:ext cx="5114544" cy="494987"/>
          </a:xfrm>
          <a:prstGeom prst="rect">
            <a:avLst/>
          </a:prstGeom>
          <a:solidFill>
            <a:srgbClr val="F3F5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265113" lvl="1" indent="-265113">
              <a:buNone/>
            </a:pPr>
            <a:r>
              <a:rPr lang="fr-FR" sz="1400" dirty="0">
                <a:solidFill>
                  <a:srgbClr val="808080"/>
                </a:solidFill>
                <a:latin typeface="Consolas" panose="020B0609020204030204" pitchFamily="49" charset="0"/>
              </a:rPr>
              <a:t> </a:t>
            </a:r>
            <a:r>
              <a:rPr lang="en-US" sz="1400" dirty="0" err="1">
                <a:solidFill>
                  <a:srgbClr val="808080"/>
                </a:solidFill>
                <a:latin typeface="Consolas" panose="020B0609020204030204" pitchFamily="49" charset="0"/>
              </a:rPr>
              <a:t>sudo</a:t>
            </a:r>
            <a:r>
              <a:rPr lang="en-US" sz="1400" dirty="0">
                <a:solidFill>
                  <a:srgbClr val="808080"/>
                </a:solidFill>
                <a:latin typeface="Consolas" panose="020B0609020204030204" pitchFamily="49" charset="0"/>
              </a:rPr>
              <a:t> </a:t>
            </a:r>
            <a:r>
              <a:rPr lang="en-US" sz="1400" dirty="0" err="1">
                <a:solidFill>
                  <a:srgbClr val="808080"/>
                </a:solidFill>
                <a:latin typeface="Consolas" panose="020B0609020204030204" pitchFamily="49" charset="0"/>
              </a:rPr>
              <a:t>chmod</a:t>
            </a:r>
            <a:r>
              <a:rPr lang="en-US" sz="1400" dirty="0">
                <a:solidFill>
                  <a:srgbClr val="808080"/>
                </a:solidFill>
                <a:latin typeface="Consolas" panose="020B0609020204030204" pitchFamily="49" charset="0"/>
              </a:rPr>
              <a:t> 666 /dev/</a:t>
            </a:r>
            <a:r>
              <a:rPr lang="en-US" sz="1400" dirty="0" err="1">
                <a:solidFill>
                  <a:srgbClr val="808080"/>
                </a:solidFill>
                <a:latin typeface="Consolas" panose="020B0609020204030204" pitchFamily="49" charset="0"/>
              </a:rPr>
              <a:t>ttyACM</a:t>
            </a:r>
            <a:r>
              <a:rPr lang="en-US" sz="1400" dirty="0">
                <a:solidFill>
                  <a:srgbClr val="808080"/>
                </a:solidFill>
                <a:latin typeface="Consolas" panose="020B0609020204030204" pitchFamily="49" charset="0"/>
              </a:rPr>
              <a:t>*</a:t>
            </a:r>
          </a:p>
          <a:p>
            <a:pPr marL="265113" lvl="1" indent="-265113">
              <a:buNone/>
            </a:pPr>
            <a:r>
              <a:rPr lang="en-US" sz="1400" dirty="0">
                <a:solidFill>
                  <a:srgbClr val="808080"/>
                </a:solidFill>
                <a:latin typeface="Consolas" panose="020B0609020204030204" pitchFamily="49" charset="0"/>
              </a:rPr>
              <a:t> </a:t>
            </a:r>
            <a:r>
              <a:rPr lang="en-US" sz="1400" dirty="0" err="1">
                <a:solidFill>
                  <a:srgbClr val="808080"/>
                </a:solidFill>
                <a:latin typeface="Consolas" panose="020B0609020204030204" pitchFamily="49" charset="0"/>
              </a:rPr>
              <a:t>sudo</a:t>
            </a:r>
            <a:r>
              <a:rPr lang="en-US" sz="1400" dirty="0">
                <a:solidFill>
                  <a:srgbClr val="808080"/>
                </a:solidFill>
                <a:latin typeface="Consolas" panose="020B0609020204030204" pitchFamily="49" charset="0"/>
              </a:rPr>
              <a:t> </a:t>
            </a:r>
            <a:r>
              <a:rPr lang="en-US" sz="1400" dirty="0" err="1">
                <a:solidFill>
                  <a:srgbClr val="808080"/>
                </a:solidFill>
                <a:latin typeface="Consolas" panose="020B0609020204030204" pitchFamily="49" charset="0"/>
              </a:rPr>
              <a:t>chmod</a:t>
            </a:r>
            <a:r>
              <a:rPr lang="en-US" sz="1400" dirty="0">
                <a:solidFill>
                  <a:srgbClr val="808080"/>
                </a:solidFill>
                <a:latin typeface="Consolas" panose="020B0609020204030204" pitchFamily="49" charset="0"/>
              </a:rPr>
              <a:t> 666 /dev/</a:t>
            </a:r>
            <a:r>
              <a:rPr lang="en-US" sz="1400" dirty="0" err="1">
                <a:solidFill>
                  <a:srgbClr val="808080"/>
                </a:solidFill>
                <a:latin typeface="Consolas" panose="020B0609020204030204" pitchFamily="49" charset="0"/>
              </a:rPr>
              <a:t>ttyUSB</a:t>
            </a:r>
            <a:r>
              <a:rPr lang="en-US" sz="1400" dirty="0">
                <a:solidFill>
                  <a:srgbClr val="808080"/>
                </a:solidFill>
                <a:latin typeface="Consolas" panose="020B0609020204030204" pitchFamily="49" charset="0"/>
              </a:rPr>
              <a:t>*</a:t>
            </a:r>
            <a:endParaRPr lang="en-GB" sz="1400" dirty="0">
              <a:solidFill>
                <a:srgbClr val="808080"/>
              </a:solidFill>
              <a:latin typeface="Consolas" panose="020B0609020204030204" pitchFamily="49" charset="0"/>
            </a:endParaRPr>
          </a:p>
        </p:txBody>
      </p:sp>
    </p:spTree>
    <p:extLst>
      <p:ext uri="{BB962C8B-B14F-4D97-AF65-F5344CB8AC3E}">
        <p14:creationId xmlns:p14="http://schemas.microsoft.com/office/powerpoint/2010/main" val="3370489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3ACD02-112C-CAE7-6A92-4EFB054A48DC}"/>
              </a:ext>
            </a:extLst>
          </p:cNvPr>
          <p:cNvSpPr>
            <a:spLocks noGrp="1"/>
          </p:cNvSpPr>
          <p:nvPr>
            <p:ph sz="half" idx="1"/>
          </p:nvPr>
        </p:nvSpPr>
        <p:spPr/>
        <p:txBody>
          <a:bodyPr/>
          <a:lstStyle/>
          <a:p>
            <a:pPr marL="0" indent="0">
              <a:buNone/>
            </a:pPr>
            <a:r>
              <a:rPr lang="en-GB" sz="2000" dirty="0">
                <a:latin typeface="Nexa-Bold" panose="01000000000000000000" pitchFamily="2" charset="0"/>
              </a:rPr>
              <a:t>Uploading (Arduino IDE)</a:t>
            </a:r>
          </a:p>
          <a:p>
            <a:pPr>
              <a:lnSpc>
                <a:spcPct val="150000"/>
              </a:lnSpc>
            </a:pPr>
            <a:r>
              <a:rPr lang="en-GB" sz="1400" dirty="0"/>
              <a:t>In a new terminal use the command line tool </a:t>
            </a:r>
            <a:r>
              <a:rPr lang="en-GB" sz="1400" dirty="0" err="1"/>
              <a:t>rosrun</a:t>
            </a:r>
            <a:r>
              <a:rPr lang="en-GB" sz="1400" dirty="0"/>
              <a:t> and select the port type (USB or ACM).</a:t>
            </a:r>
          </a:p>
          <a:p>
            <a:pPr>
              <a:lnSpc>
                <a:spcPct val="150000"/>
              </a:lnSpc>
            </a:pPr>
            <a:endParaRPr lang="en-GB" sz="1400" dirty="0"/>
          </a:p>
          <a:p>
            <a:pPr>
              <a:lnSpc>
                <a:spcPct val="150000"/>
              </a:lnSpc>
            </a:pPr>
            <a:r>
              <a:rPr lang="en-GB" sz="1400" dirty="0"/>
              <a:t>In a new terminal subscribe to the topic using the command </a:t>
            </a:r>
          </a:p>
          <a:p>
            <a:pPr>
              <a:lnSpc>
                <a:spcPct val="150000"/>
              </a:lnSpc>
            </a:pPr>
            <a:endParaRPr lang="en-GB" sz="1400" dirty="0"/>
          </a:p>
          <a:p>
            <a:pPr>
              <a:lnSpc>
                <a:spcPct val="150000"/>
              </a:lnSpc>
            </a:pPr>
            <a:r>
              <a:rPr lang="en-GB" sz="1400" dirty="0"/>
              <a:t>More information can be found </a:t>
            </a:r>
            <a:r>
              <a:rPr lang="en-GB" sz="1400" dirty="0">
                <a:hlinkClick r:id="rId2"/>
              </a:rPr>
              <a:t>here</a:t>
            </a:r>
            <a:r>
              <a:rPr lang="en-GB" sz="1400" dirty="0"/>
              <a:t>.</a:t>
            </a:r>
          </a:p>
          <a:p>
            <a:pPr>
              <a:lnSpc>
                <a:spcPct val="150000"/>
              </a:lnSpc>
            </a:pPr>
            <a:r>
              <a:rPr lang="en-GB" sz="1400" dirty="0"/>
              <a:t>You should see the following results</a:t>
            </a:r>
          </a:p>
        </p:txBody>
      </p:sp>
      <p:sp>
        <p:nvSpPr>
          <p:cNvPr id="3" name="Content Placeholder 2">
            <a:extLst>
              <a:ext uri="{FF2B5EF4-FFF2-40B4-BE49-F238E27FC236}">
                <a16:creationId xmlns:a16="http://schemas.microsoft.com/office/drawing/2014/main" id="{4039B051-B022-7EB7-6201-2A24CC3AB887}"/>
              </a:ext>
            </a:extLst>
          </p:cNvPr>
          <p:cNvSpPr>
            <a:spLocks noGrp="1"/>
          </p:cNvSpPr>
          <p:nvPr>
            <p:ph sz="half" idx="2"/>
          </p:nvPr>
        </p:nvSpPr>
        <p:spPr>
          <a:noFill/>
        </p:spPr>
        <p:txBody>
          <a:bodyPr>
            <a:normAutofit/>
          </a:bodyPr>
          <a:lstStyle/>
          <a:p>
            <a:pPr>
              <a:lnSpc>
                <a:spcPct val="150000"/>
              </a:lnSpc>
            </a:pPr>
            <a:endParaRPr lang="en-GB" sz="1800" dirty="0"/>
          </a:p>
          <a:p>
            <a:endParaRPr lang="en-GB" dirty="0"/>
          </a:p>
        </p:txBody>
      </p:sp>
      <p:sp>
        <p:nvSpPr>
          <p:cNvPr id="4" name="Title 3">
            <a:extLst>
              <a:ext uri="{FF2B5EF4-FFF2-40B4-BE49-F238E27FC236}">
                <a16:creationId xmlns:a16="http://schemas.microsoft.com/office/drawing/2014/main" id="{281E25D6-5A70-A223-6B6D-A717E0FC96E1}"/>
              </a:ext>
            </a:extLst>
          </p:cNvPr>
          <p:cNvSpPr>
            <a:spLocks noGrp="1"/>
          </p:cNvSpPr>
          <p:nvPr>
            <p:ph type="title"/>
          </p:nvPr>
        </p:nvSpPr>
        <p:spPr/>
        <p:txBody>
          <a:bodyPr/>
          <a:lstStyle/>
          <a:p>
            <a:r>
              <a:rPr lang="en-GB" dirty="0"/>
              <a:t>Activity</a:t>
            </a:r>
          </a:p>
        </p:txBody>
      </p:sp>
      <p:sp>
        <p:nvSpPr>
          <p:cNvPr id="6" name="Rectangle 3">
            <a:extLst>
              <a:ext uri="{FF2B5EF4-FFF2-40B4-BE49-F238E27FC236}">
                <a16:creationId xmlns:a16="http://schemas.microsoft.com/office/drawing/2014/main" id="{C8E72BF1-A92E-AD75-C4BB-19630D345DA6}"/>
              </a:ext>
            </a:extLst>
          </p:cNvPr>
          <p:cNvSpPr>
            <a:spLocks noChangeArrowheads="1"/>
          </p:cNvSpPr>
          <p:nvPr/>
        </p:nvSpPr>
        <p:spPr bwMode="auto">
          <a:xfrm>
            <a:off x="629005" y="3149456"/>
            <a:ext cx="5323739" cy="279544"/>
          </a:xfrm>
          <a:prstGeom prst="rect">
            <a:avLst/>
          </a:prstGeom>
          <a:solidFill>
            <a:srgbClr val="F3F5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265113" lvl="1" indent="-265113">
              <a:buNone/>
            </a:pPr>
            <a:r>
              <a:rPr lang="fr-FR" sz="1400" dirty="0">
                <a:solidFill>
                  <a:srgbClr val="808080"/>
                </a:solidFill>
                <a:latin typeface="Consolas" panose="020B0609020204030204" pitchFamily="49" charset="0"/>
              </a:rPr>
              <a:t> </a:t>
            </a:r>
            <a:r>
              <a:rPr lang="en-US" sz="1400" dirty="0" err="1">
                <a:solidFill>
                  <a:srgbClr val="808080"/>
                </a:solidFill>
                <a:latin typeface="Consolas" panose="020B0609020204030204" pitchFamily="49" charset="0"/>
              </a:rPr>
              <a:t>rosrun</a:t>
            </a:r>
            <a:r>
              <a:rPr lang="en-US" sz="1400" dirty="0">
                <a:solidFill>
                  <a:srgbClr val="808080"/>
                </a:solidFill>
                <a:latin typeface="Consolas" panose="020B0609020204030204" pitchFamily="49" charset="0"/>
              </a:rPr>
              <a:t> </a:t>
            </a:r>
            <a:r>
              <a:rPr lang="en-US" sz="1400" dirty="0" err="1">
                <a:solidFill>
                  <a:srgbClr val="808080"/>
                </a:solidFill>
                <a:latin typeface="Consolas" panose="020B0609020204030204" pitchFamily="49" charset="0"/>
              </a:rPr>
              <a:t>rosserial_python</a:t>
            </a:r>
            <a:r>
              <a:rPr lang="en-US" sz="1400" dirty="0">
                <a:solidFill>
                  <a:srgbClr val="808080"/>
                </a:solidFill>
                <a:latin typeface="Consolas" panose="020B0609020204030204" pitchFamily="49" charset="0"/>
              </a:rPr>
              <a:t> serial_node.py /dev/ttyUSB0 </a:t>
            </a:r>
          </a:p>
        </p:txBody>
      </p:sp>
      <p:sp>
        <p:nvSpPr>
          <p:cNvPr id="11" name="Rectangle 3">
            <a:extLst>
              <a:ext uri="{FF2B5EF4-FFF2-40B4-BE49-F238E27FC236}">
                <a16:creationId xmlns:a16="http://schemas.microsoft.com/office/drawing/2014/main" id="{D282D716-1967-BC43-2522-C1CD90ECDD6E}"/>
              </a:ext>
            </a:extLst>
          </p:cNvPr>
          <p:cNvSpPr>
            <a:spLocks noChangeArrowheads="1"/>
          </p:cNvSpPr>
          <p:nvPr/>
        </p:nvSpPr>
        <p:spPr bwMode="auto">
          <a:xfrm>
            <a:off x="629004" y="4323265"/>
            <a:ext cx="5323739" cy="279544"/>
          </a:xfrm>
          <a:prstGeom prst="rect">
            <a:avLst/>
          </a:prstGeom>
          <a:solidFill>
            <a:srgbClr val="F3F5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265113" lvl="1" indent="-265113">
              <a:buNone/>
            </a:pPr>
            <a:r>
              <a:rPr lang="fr-FR" sz="1400" dirty="0" err="1">
                <a:solidFill>
                  <a:srgbClr val="808080"/>
                </a:solidFill>
                <a:latin typeface="Consolas" panose="020B0609020204030204" pitchFamily="49" charset="0"/>
              </a:rPr>
              <a:t>rostopic</a:t>
            </a:r>
            <a:r>
              <a:rPr lang="fr-FR" sz="1400" dirty="0">
                <a:solidFill>
                  <a:srgbClr val="808080"/>
                </a:solidFill>
                <a:latin typeface="Consolas" panose="020B0609020204030204" pitchFamily="49" charset="0"/>
              </a:rPr>
              <a:t> </a:t>
            </a:r>
            <a:r>
              <a:rPr lang="fr-FR" sz="1400" dirty="0" err="1">
                <a:solidFill>
                  <a:srgbClr val="808080"/>
                </a:solidFill>
                <a:latin typeface="Consolas" panose="020B0609020204030204" pitchFamily="49" charset="0"/>
              </a:rPr>
              <a:t>echo</a:t>
            </a:r>
            <a:r>
              <a:rPr lang="fr-FR" sz="1400" dirty="0">
                <a:solidFill>
                  <a:srgbClr val="808080"/>
                </a:solidFill>
                <a:latin typeface="Consolas" panose="020B0609020204030204" pitchFamily="49" charset="0"/>
              </a:rPr>
              <a:t> chatter </a:t>
            </a:r>
          </a:p>
        </p:txBody>
      </p:sp>
      <p:pic>
        <p:nvPicPr>
          <p:cNvPr id="1028" name="Picture 4" descr="ROSSERIAL - Robot Operating System | ROBOTIC ELECTRONICS">
            <a:extLst>
              <a:ext uri="{FF2B5EF4-FFF2-40B4-BE49-F238E27FC236}">
                <a16:creationId xmlns:a16="http://schemas.microsoft.com/office/drawing/2014/main" id="{432D751F-DA6B-15C3-13D2-656008561B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9995" y="2950201"/>
            <a:ext cx="4953000" cy="196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528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8D1C-B2D9-3BC0-72D7-AD9191700AE7}"/>
              </a:ext>
            </a:extLst>
          </p:cNvPr>
          <p:cNvSpPr>
            <a:spLocks noGrp="1"/>
          </p:cNvSpPr>
          <p:nvPr>
            <p:ph type="ctrTitle"/>
          </p:nvPr>
        </p:nvSpPr>
        <p:spPr/>
        <p:txBody>
          <a:bodyPr/>
          <a:lstStyle/>
          <a:p>
            <a:r>
              <a:rPr lang="en-GB" dirty="0"/>
              <a:t>Thank you</a:t>
            </a:r>
          </a:p>
        </p:txBody>
      </p:sp>
    </p:spTree>
    <p:extLst>
      <p:ext uri="{BB962C8B-B14F-4D97-AF65-F5344CB8AC3E}">
        <p14:creationId xmlns:p14="http://schemas.microsoft.com/office/powerpoint/2010/main" val="1774667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8D1C-B2D9-3BC0-72D7-AD9191700AE7}"/>
              </a:ext>
            </a:extLst>
          </p:cNvPr>
          <p:cNvSpPr>
            <a:spLocks noGrp="1"/>
          </p:cNvSpPr>
          <p:nvPr>
            <p:ph type="ctrTitle"/>
          </p:nvPr>
        </p:nvSpPr>
        <p:spPr/>
        <p:txBody>
          <a:bodyPr/>
          <a:lstStyle/>
          <a:p>
            <a:r>
              <a:rPr lang="en-GB" dirty="0"/>
              <a:t>T&amp;C</a:t>
            </a:r>
          </a:p>
        </p:txBody>
      </p:sp>
      <p:sp>
        <p:nvSpPr>
          <p:cNvPr id="3" name="Subtitle 2">
            <a:extLst>
              <a:ext uri="{FF2B5EF4-FFF2-40B4-BE49-F238E27FC236}">
                <a16:creationId xmlns:a16="http://schemas.microsoft.com/office/drawing/2014/main" id="{0DF30728-853D-CB16-E6B8-3F0812CE4D97}"/>
              </a:ext>
            </a:extLst>
          </p:cNvPr>
          <p:cNvSpPr>
            <a:spLocks noGrp="1"/>
          </p:cNvSpPr>
          <p:nvPr>
            <p:ph type="subTitle" idx="1"/>
          </p:nvPr>
        </p:nvSpPr>
        <p:spPr/>
        <p:txBody>
          <a:bodyPr/>
          <a:lstStyle/>
          <a:p>
            <a:r>
              <a:rPr lang="en-GB" dirty="0"/>
              <a:t>Terms and conditions</a:t>
            </a:r>
          </a:p>
        </p:txBody>
      </p:sp>
    </p:spTree>
    <p:extLst>
      <p:ext uri="{BB962C8B-B14F-4D97-AF65-F5344CB8AC3E}">
        <p14:creationId xmlns:p14="http://schemas.microsoft.com/office/powerpoint/2010/main" val="40283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86A80-AE02-89F9-C377-0834733824BA}"/>
              </a:ext>
            </a:extLst>
          </p:cNvPr>
          <p:cNvSpPr>
            <a:spLocks noGrp="1"/>
          </p:cNvSpPr>
          <p:nvPr>
            <p:ph type="title"/>
          </p:nvPr>
        </p:nvSpPr>
        <p:spPr/>
        <p:txBody>
          <a:bodyPr/>
          <a:lstStyle/>
          <a:p>
            <a:r>
              <a:rPr lang="en-GB" dirty="0"/>
              <a:t>Terms and conditions</a:t>
            </a:r>
          </a:p>
        </p:txBody>
      </p:sp>
      <p:sp>
        <p:nvSpPr>
          <p:cNvPr id="3" name="Content Placeholder 2">
            <a:extLst>
              <a:ext uri="{FF2B5EF4-FFF2-40B4-BE49-F238E27FC236}">
                <a16:creationId xmlns:a16="http://schemas.microsoft.com/office/drawing/2014/main" id="{F5AD3413-1B06-B2E0-59AA-F6B78AB70A94}"/>
              </a:ext>
            </a:extLst>
          </p:cNvPr>
          <p:cNvSpPr>
            <a:spLocks noGrp="1"/>
          </p:cNvSpPr>
          <p:nvPr>
            <p:ph idx="1"/>
          </p:nvPr>
        </p:nvSpPr>
        <p:spPr/>
        <p:txBody>
          <a:bodyPr>
            <a:normAutofit/>
          </a:bodyPr>
          <a:lstStyle/>
          <a:p>
            <a:pPr algn="l">
              <a:lnSpc>
                <a:spcPct val="150000"/>
              </a:lnSpc>
            </a:pPr>
            <a:r>
              <a:rPr lang="en-GB" sz="1400" b="0" i="1" dirty="0">
                <a:solidFill>
                  <a:srgbClr val="1F2328"/>
                </a:solidFill>
                <a:effectLst/>
                <a:latin typeface="Nexa ExtraLight" panose="01000000000000000000" pitchFamily="2" charset="0"/>
              </a:rPr>
              <a:t>THE PIECES, IMAGES, VIDEOS, DOCUMENTATION, ETC. SHOWN HERE ARE FOR INFORMATIVE PURPOSES ONLY. THE DESIGN IS PROPRIETARY AND CONFIDENTIAL TO MANCHESTER ROBOTICS LTD. (MCR2). THE INFORMATION, CODE, SIMULATORS, DRAWINGS, VIDEOS PRESENTATIONS ETC. CONTAINED IN THIS PRESENTATION IS THE SOLE PROPERTY OF MANCHESTER ROBOTICS LTD. ANY REPRODUCTION, RESELL, REDISTRIBUTION OR USAGE IN PART OR AS A WHOLE WITHOUT THE WRITTEN PERMISSION OF MANCHESTER ROBOTICS LTD. IS STRICTLY PROHIBITED.</a:t>
            </a:r>
            <a:endParaRPr lang="en-GB" sz="1400" b="0" i="0" dirty="0">
              <a:solidFill>
                <a:srgbClr val="1F2328"/>
              </a:solidFill>
              <a:effectLst/>
              <a:latin typeface="Nexa ExtraLight" panose="01000000000000000000" pitchFamily="2" charset="0"/>
            </a:endParaRPr>
          </a:p>
          <a:p>
            <a:pPr algn="l">
              <a:lnSpc>
                <a:spcPct val="150000"/>
              </a:lnSpc>
            </a:pPr>
            <a:r>
              <a:rPr lang="en-GB" sz="1400" b="0" i="1" dirty="0">
                <a:solidFill>
                  <a:srgbClr val="1F2328"/>
                </a:solidFill>
                <a:effectLst/>
                <a:latin typeface="Nexa ExtraLight" panose="01000000000000000000" pitchFamily="2" charset="0"/>
              </a:rPr>
              <a:t>THIS PRESENTATION MAY CONTAIN LINKS TO OTHER WEBSITES OR CONTENT BELONGING TO OR ORIGINATING FROM THIRD PARTIES OR LINKS TO WEBSITES AND FEATURES IN BANNERS OR OTHER ADVERTISING. SUCH EXTERNAL LINKS ARE NOT INVESTIGATED, MONITORED, OR CHECKED FOR ACCURACY, ADEQUACY, VALIDITY, RELIABILITY, AVAILABILITY OR COMPLETENESS BY US.</a:t>
            </a:r>
            <a:endParaRPr lang="en-GB" sz="1400" b="0" i="0" dirty="0">
              <a:solidFill>
                <a:srgbClr val="1F2328"/>
              </a:solidFill>
              <a:effectLst/>
              <a:latin typeface="Nexa ExtraLight" panose="01000000000000000000" pitchFamily="2" charset="0"/>
            </a:endParaRPr>
          </a:p>
          <a:p>
            <a:pPr algn="l">
              <a:lnSpc>
                <a:spcPct val="150000"/>
              </a:lnSpc>
            </a:pPr>
            <a:r>
              <a:rPr lang="en-GB" sz="1400" b="0" i="1" dirty="0">
                <a:solidFill>
                  <a:srgbClr val="1F2328"/>
                </a:solidFill>
                <a:effectLst/>
                <a:latin typeface="Nexa ExtraLight" panose="01000000000000000000" pitchFamily="2" charset="0"/>
              </a:rPr>
              <a:t>WE DO NOT WARRANT, ENDORSE, GUARANTEE, OR ASSUME RESPONSIBILITY FOR THE ACCURACY OR RELIABILITY OF ANY INFORMATION OFFERED BY THIRD-PARTY WEBSITES LINKED THROUGH THE SITE OR ANY WEBSITE OR FEATURE LINKED IN ANY BANNER OR OTHER ADVERTISING.</a:t>
            </a:r>
            <a:endParaRPr lang="en-GB" sz="1400" b="0" i="0" dirty="0">
              <a:solidFill>
                <a:srgbClr val="1F2328"/>
              </a:solidFill>
              <a:effectLst/>
              <a:latin typeface="Nexa ExtraLight" panose="01000000000000000000" pitchFamily="2" charset="0"/>
            </a:endParaRPr>
          </a:p>
          <a:p>
            <a:endParaRPr lang="en-GB" dirty="0"/>
          </a:p>
        </p:txBody>
      </p:sp>
    </p:spTree>
    <p:extLst>
      <p:ext uri="{BB962C8B-B14F-4D97-AF65-F5344CB8AC3E}">
        <p14:creationId xmlns:p14="http://schemas.microsoft.com/office/powerpoint/2010/main" val="2483843246"/>
      </p:ext>
    </p:extLst>
  </p:cSld>
  <p:clrMapOvr>
    <a:masterClrMapping/>
  </p:clrMapOvr>
</p:sld>
</file>

<file path=ppt/theme/theme1.xml><?xml version="1.0" encoding="utf-8"?>
<a:theme xmlns:a="http://schemas.openxmlformats.org/drawingml/2006/main" name="MCR2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4658</TotalTime>
  <Words>1570</Words>
  <Application>Microsoft Office PowerPoint</Application>
  <PresentationFormat>Widescreen</PresentationFormat>
  <Paragraphs>170</Paragraphs>
  <Slides>24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Arial</vt:lpstr>
      <vt:lpstr>Calibri</vt:lpstr>
      <vt:lpstr>Calibri Light</vt:lpstr>
      <vt:lpstr>Consolas</vt:lpstr>
      <vt:lpstr>Nexa Bold</vt:lpstr>
      <vt:lpstr>Nexa ExtraLight</vt:lpstr>
      <vt:lpstr>Nexa Light</vt:lpstr>
      <vt:lpstr>Nexa-Bold</vt:lpstr>
      <vt:lpstr>Nexa-Book</vt:lpstr>
      <vt:lpstr>Nexa-Light</vt:lpstr>
      <vt:lpstr>MCR2 Theme</vt:lpstr>
      <vt:lpstr>ROS serial communication</vt:lpstr>
      <vt:lpstr>PowerPoint Presentation</vt:lpstr>
      <vt:lpstr>ROS Serial Communication</vt:lpstr>
      <vt:lpstr>Rosserial</vt:lpstr>
      <vt:lpstr>Rosserial</vt:lpstr>
      <vt:lpstr>Rosserial</vt:lpstr>
      <vt:lpstr>ROS Serial Communication</vt:lpstr>
      <vt:lpstr>MCU Programming</vt:lpstr>
      <vt:lpstr>MCU Programming</vt:lpstr>
      <vt:lpstr>ROS Serial Communication</vt:lpstr>
      <vt:lpstr>ROS Sketch Structure</vt:lpstr>
      <vt:lpstr>ROS Sketch Structure</vt:lpstr>
      <vt:lpstr>ROS Sketch Structure</vt:lpstr>
      <vt:lpstr>ROS Serial Communication</vt:lpstr>
      <vt:lpstr>Activity</vt:lpstr>
      <vt:lpstr>Activity</vt:lpstr>
      <vt:lpstr>Activity</vt:lpstr>
      <vt:lpstr>Activity</vt:lpstr>
      <vt:lpstr>Activity</vt:lpstr>
      <vt:lpstr>Activity</vt:lpstr>
      <vt:lpstr>Activity</vt:lpstr>
      <vt:lpstr>Thank you</vt:lpstr>
      <vt:lpstr>T&amp;C</vt:lpstr>
      <vt:lpstr>Terms and conditions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Mario Martinez</dc:creator>
  <cp:lastModifiedBy>Mario Martinez</cp:lastModifiedBy>
  <cp:revision>39</cp:revision>
  <dcterms:created xsi:type="dcterms:W3CDTF">2022-11-10T18:38:46Z</dcterms:created>
  <dcterms:modified xsi:type="dcterms:W3CDTF">2026-09-07T20:11:48Z</dcterms:modified>
</cp:coreProperties>
</file>