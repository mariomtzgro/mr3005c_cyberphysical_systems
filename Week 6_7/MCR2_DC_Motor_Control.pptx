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6" r:id="rId2"/>
    <p:sldId id="259" r:id="rId3"/>
    <p:sldId id="265" r:id="rId4"/>
    <p:sldId id="266" r:id="rId5"/>
    <p:sldId id="264" r:id="rId6"/>
    <p:sldId id="261" r:id="rId7"/>
    <p:sldId id="257" r:id="rId8"/>
    <p:sldId id="260" r:id="rId9"/>
    <p:sldId id="258" r:id="rId10"/>
    <p:sldId id="267" r:id="rId11"/>
    <p:sldId id="268" r:id="rId12"/>
    <p:sldId id="269" r:id="rId13"/>
    <p:sldId id="300" r:id="rId14"/>
    <p:sldId id="299" r:id="rId15"/>
    <p:sldId id="301" r:id="rId16"/>
    <p:sldId id="303" r:id="rId17"/>
    <p:sldId id="302" r:id="rId18"/>
    <p:sldId id="306" r:id="rId19"/>
    <p:sldId id="291" r:id="rId20"/>
    <p:sldId id="292" r:id="rId21"/>
    <p:sldId id="293" r:id="rId22"/>
    <p:sldId id="307" r:id="rId23"/>
    <p:sldId id="305" r:id="rId24"/>
    <p:sldId id="308" r:id="rId25"/>
    <p:sldId id="304" r:id="rId26"/>
    <p:sldId id="309" r:id="rId27"/>
    <p:sldId id="297" r:id="rId28"/>
    <p:sldId id="298" r:id="rId29"/>
    <p:sldId id="310" r:id="rId30"/>
    <p:sldId id="311"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1CCFF"/>
    <a:srgbClr val="0DC0FF"/>
    <a:srgbClr val="00C4F2"/>
    <a:srgbClr val="05BE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6" autoAdjust="0"/>
    <p:restoredTop sz="94660"/>
  </p:normalViewPr>
  <p:slideViewPr>
    <p:cSldViewPr snapToGrid="0">
      <p:cViewPr varScale="1">
        <p:scale>
          <a:sx n="105" d="100"/>
          <a:sy n="105" d="100"/>
        </p:scale>
        <p:origin x="9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o Martinez" userId="3a8698ea-445f-4751-a923-c95ba728fd8c" providerId="ADAL" clId="{99DFCF96-D897-45F6-99B9-7A50BC31839B}"/>
    <pc:docChg chg="undo redo custSel addSld delSld modSld sldOrd">
      <pc:chgData name="Mario Martinez" userId="3a8698ea-445f-4751-a923-c95ba728fd8c" providerId="ADAL" clId="{99DFCF96-D897-45F6-99B9-7A50BC31839B}" dt="2023-02-19T05:15:13.244" v="3880" actId="47"/>
      <pc:docMkLst>
        <pc:docMk/>
      </pc:docMkLst>
      <pc:sldChg chg="modSp new mod">
        <pc:chgData name="Mario Martinez" userId="3a8698ea-445f-4751-a923-c95ba728fd8c" providerId="ADAL" clId="{99DFCF96-D897-45F6-99B9-7A50BC31839B}" dt="2023-02-13T06:20:36.160" v="3162" actId="20577"/>
        <pc:sldMkLst>
          <pc:docMk/>
          <pc:sldMk cId="2743334434" sldId="256"/>
        </pc:sldMkLst>
        <pc:spChg chg="mod">
          <ac:chgData name="Mario Martinez" userId="3a8698ea-445f-4751-a923-c95ba728fd8c" providerId="ADAL" clId="{99DFCF96-D897-45F6-99B9-7A50BC31839B}" dt="2023-02-13T06:20:36.160" v="3162" actId="20577"/>
          <ac:spMkLst>
            <pc:docMk/>
            <pc:sldMk cId="2743334434" sldId="256"/>
            <ac:spMk id="2" creationId="{432C30D2-B3C2-3C53-9954-F873B43755C1}"/>
          </ac:spMkLst>
        </pc:spChg>
        <pc:spChg chg="mod">
          <ac:chgData name="Mario Martinez" userId="3a8698ea-445f-4751-a923-c95ba728fd8c" providerId="ADAL" clId="{99DFCF96-D897-45F6-99B9-7A50BC31839B}" dt="2023-02-13T00:29:31.188" v="60" actId="20577"/>
          <ac:spMkLst>
            <pc:docMk/>
            <pc:sldMk cId="2743334434" sldId="256"/>
            <ac:spMk id="3" creationId="{BC468B53-C395-9651-A03A-2240F23DA56F}"/>
          </ac:spMkLst>
        </pc:spChg>
      </pc:sldChg>
      <pc:sldChg chg="addSp delSp modSp new mod ord">
        <pc:chgData name="Mario Martinez" userId="3a8698ea-445f-4751-a923-c95ba728fd8c" providerId="ADAL" clId="{99DFCF96-D897-45F6-99B9-7A50BC31839B}" dt="2023-02-13T06:20:04.211" v="3152" actId="20577"/>
        <pc:sldMkLst>
          <pc:docMk/>
          <pc:sldMk cId="3697413527" sldId="257"/>
        </pc:sldMkLst>
        <pc:spChg chg="mod">
          <ac:chgData name="Mario Martinez" userId="3a8698ea-445f-4751-a923-c95ba728fd8c" providerId="ADAL" clId="{99DFCF96-D897-45F6-99B9-7A50BC31839B}" dt="2023-02-13T06:20:04.211" v="3152" actId="20577"/>
          <ac:spMkLst>
            <pc:docMk/>
            <pc:sldMk cId="3697413527" sldId="257"/>
            <ac:spMk id="2" creationId="{4470DCA7-363D-34D4-54D6-AB8D26C5E129}"/>
          </ac:spMkLst>
        </pc:spChg>
        <pc:spChg chg="del">
          <ac:chgData name="Mario Martinez" userId="3a8698ea-445f-4751-a923-c95ba728fd8c" providerId="ADAL" clId="{99DFCF96-D897-45F6-99B9-7A50BC31839B}" dt="2023-02-13T01:44:55.476" v="114"/>
          <ac:spMkLst>
            <pc:docMk/>
            <pc:sldMk cId="3697413527" sldId="257"/>
            <ac:spMk id="3" creationId="{0699EA83-D699-2CC8-FF26-621E02D813DA}"/>
          </ac:spMkLst>
        </pc:spChg>
        <pc:spChg chg="mod">
          <ac:chgData name="Mario Martinez" userId="3a8698ea-445f-4751-a923-c95ba728fd8c" providerId="ADAL" clId="{99DFCF96-D897-45F6-99B9-7A50BC31839B}" dt="2023-02-13T01:42:26.581" v="62"/>
          <ac:spMkLst>
            <pc:docMk/>
            <pc:sldMk cId="3697413527" sldId="257"/>
            <ac:spMk id="4" creationId="{7881A0B1-070E-6E4F-6AAF-52C19EB78610}"/>
          </ac:spMkLst>
        </pc:spChg>
        <pc:spChg chg="add mod">
          <ac:chgData name="Mario Martinez" userId="3a8698ea-445f-4751-a923-c95ba728fd8c" providerId="ADAL" clId="{99DFCF96-D897-45F6-99B9-7A50BC31839B}" dt="2023-02-13T01:57:57.506" v="292" actId="1036"/>
          <ac:spMkLst>
            <pc:docMk/>
            <pc:sldMk cId="3697413527" sldId="257"/>
            <ac:spMk id="6" creationId="{8F9FA41F-959F-876D-0E5C-4A337BD46158}"/>
          </ac:spMkLst>
        </pc:spChg>
        <pc:spChg chg="add mod">
          <ac:chgData name="Mario Martinez" userId="3a8698ea-445f-4751-a923-c95ba728fd8c" providerId="ADAL" clId="{99DFCF96-D897-45F6-99B9-7A50BC31839B}" dt="2023-02-13T01:54:49.919" v="204" actId="164"/>
          <ac:spMkLst>
            <pc:docMk/>
            <pc:sldMk cId="3697413527" sldId="257"/>
            <ac:spMk id="8" creationId="{4F40BF87-439D-9BB1-EBF2-5B1418A2E5C0}"/>
          </ac:spMkLst>
        </pc:spChg>
        <pc:spChg chg="add mod">
          <ac:chgData name="Mario Martinez" userId="3a8698ea-445f-4751-a923-c95ba728fd8c" providerId="ADAL" clId="{99DFCF96-D897-45F6-99B9-7A50BC31839B}" dt="2023-02-13T01:54:49.919" v="204" actId="164"/>
          <ac:spMkLst>
            <pc:docMk/>
            <pc:sldMk cId="3697413527" sldId="257"/>
            <ac:spMk id="11" creationId="{6492FC80-84A5-D9E0-206E-993BC8FFA449}"/>
          </ac:spMkLst>
        </pc:spChg>
        <pc:spChg chg="add mod topLvl">
          <ac:chgData name="Mario Martinez" userId="3a8698ea-445f-4751-a923-c95ba728fd8c" providerId="ADAL" clId="{99DFCF96-D897-45F6-99B9-7A50BC31839B}" dt="2023-02-13T01:54:49.919" v="204" actId="164"/>
          <ac:spMkLst>
            <pc:docMk/>
            <pc:sldMk cId="3697413527" sldId="257"/>
            <ac:spMk id="12" creationId="{B89AAA90-4EBB-901C-3CDC-83BD7D97A51E}"/>
          </ac:spMkLst>
        </pc:spChg>
        <pc:spChg chg="add mod topLvl">
          <ac:chgData name="Mario Martinez" userId="3a8698ea-445f-4751-a923-c95ba728fd8c" providerId="ADAL" clId="{99DFCF96-D897-45F6-99B9-7A50BC31839B}" dt="2023-02-13T01:54:49.919" v="204" actId="164"/>
          <ac:spMkLst>
            <pc:docMk/>
            <pc:sldMk cId="3697413527" sldId="257"/>
            <ac:spMk id="14" creationId="{D41581B0-8EA8-5715-A4D8-0340E2E588FF}"/>
          </ac:spMkLst>
        </pc:spChg>
        <pc:spChg chg="add mod">
          <ac:chgData name="Mario Martinez" userId="3a8698ea-445f-4751-a923-c95ba728fd8c" providerId="ADAL" clId="{99DFCF96-D897-45F6-99B9-7A50BC31839B}" dt="2023-02-13T01:58:04.057" v="303" actId="1035"/>
          <ac:spMkLst>
            <pc:docMk/>
            <pc:sldMk cId="3697413527" sldId="257"/>
            <ac:spMk id="18" creationId="{7A7E0D92-05FA-4720-963F-5CD471525A87}"/>
          </ac:spMkLst>
        </pc:spChg>
        <pc:grpChg chg="add del mod">
          <ac:chgData name="Mario Martinez" userId="3a8698ea-445f-4751-a923-c95ba728fd8c" providerId="ADAL" clId="{99DFCF96-D897-45F6-99B9-7A50BC31839B}" dt="2023-02-13T01:52:56.644" v="192" actId="165"/>
          <ac:grpSpMkLst>
            <pc:docMk/>
            <pc:sldMk cId="3697413527" sldId="257"/>
            <ac:grpSpMk id="15" creationId="{5FB242E0-B7FB-EE77-310C-550D70EA6AA5}"/>
          </ac:grpSpMkLst>
        </pc:grpChg>
        <pc:grpChg chg="add mod">
          <ac:chgData name="Mario Martinez" userId="3a8698ea-445f-4751-a923-c95ba728fd8c" providerId="ADAL" clId="{99DFCF96-D897-45F6-99B9-7A50BC31839B}" dt="2023-02-13T01:56:46.431" v="271" actId="12788"/>
          <ac:grpSpMkLst>
            <pc:docMk/>
            <pc:sldMk cId="3697413527" sldId="257"/>
            <ac:grpSpMk id="16" creationId="{9395278A-878F-97B1-E614-9A8420FE1675}"/>
          </ac:grpSpMkLst>
        </pc:grpChg>
        <pc:picChg chg="add mod">
          <ac:chgData name="Mario Martinez" userId="3a8698ea-445f-4751-a923-c95ba728fd8c" providerId="ADAL" clId="{99DFCF96-D897-45F6-99B9-7A50BC31839B}" dt="2023-02-13T01:56:46.431" v="271" actId="12788"/>
          <ac:picMkLst>
            <pc:docMk/>
            <pc:sldMk cId="3697413527" sldId="257"/>
            <ac:picMk id="5" creationId="{7E4EDA75-FDAF-3D6C-F921-0610ED8A59B3}"/>
          </ac:picMkLst>
        </pc:picChg>
        <pc:picChg chg="add del mod">
          <ac:chgData name="Mario Martinez" userId="3a8698ea-445f-4751-a923-c95ba728fd8c" providerId="ADAL" clId="{99DFCF96-D897-45F6-99B9-7A50BC31839B}" dt="2023-02-13T01:51:15.470" v="150" actId="478"/>
          <ac:picMkLst>
            <pc:docMk/>
            <pc:sldMk cId="3697413527" sldId="257"/>
            <ac:picMk id="7" creationId="{221A90ED-9E3E-E964-8A85-0B7DE6438E13}"/>
          </ac:picMkLst>
        </pc:picChg>
        <pc:cxnChg chg="add mod">
          <ac:chgData name="Mario Martinez" userId="3a8698ea-445f-4751-a923-c95ba728fd8c" providerId="ADAL" clId="{99DFCF96-D897-45F6-99B9-7A50BC31839B}" dt="2023-02-13T01:54:49.919" v="204" actId="164"/>
          <ac:cxnSpMkLst>
            <pc:docMk/>
            <pc:sldMk cId="3697413527" sldId="257"/>
            <ac:cxnSpMk id="9" creationId="{0C6F5E6A-D344-3642-B5F8-8CA67E475C26}"/>
          </ac:cxnSpMkLst>
        </pc:cxnChg>
        <pc:cxnChg chg="add mod topLvl">
          <ac:chgData name="Mario Martinez" userId="3a8698ea-445f-4751-a923-c95ba728fd8c" providerId="ADAL" clId="{99DFCF96-D897-45F6-99B9-7A50BC31839B}" dt="2023-02-13T01:54:49.919" v="204" actId="164"/>
          <ac:cxnSpMkLst>
            <pc:docMk/>
            <pc:sldMk cId="3697413527" sldId="257"/>
            <ac:cxnSpMk id="10" creationId="{A7738CDE-B549-18FA-B959-DDBAFD86BC42}"/>
          </ac:cxnSpMkLst>
        </pc:cxnChg>
        <pc:cxnChg chg="add mod topLvl">
          <ac:chgData name="Mario Martinez" userId="3a8698ea-445f-4751-a923-c95ba728fd8c" providerId="ADAL" clId="{99DFCF96-D897-45F6-99B9-7A50BC31839B}" dt="2023-02-13T01:54:49.919" v="204" actId="164"/>
          <ac:cxnSpMkLst>
            <pc:docMk/>
            <pc:sldMk cId="3697413527" sldId="257"/>
            <ac:cxnSpMk id="13" creationId="{A70914F9-9930-2DEA-0186-6D6E6E2B660A}"/>
          </ac:cxnSpMkLst>
        </pc:cxnChg>
      </pc:sldChg>
      <pc:sldChg chg="addSp delSp modSp new mod">
        <pc:chgData name="Mario Martinez" userId="3a8698ea-445f-4751-a923-c95ba728fd8c" providerId="ADAL" clId="{99DFCF96-D897-45F6-99B9-7A50BC31839B}" dt="2023-02-15T03:27:44.091" v="3762" actId="1076"/>
        <pc:sldMkLst>
          <pc:docMk/>
          <pc:sldMk cId="403472248" sldId="258"/>
        </pc:sldMkLst>
        <pc:spChg chg="mod">
          <ac:chgData name="Mario Martinez" userId="3a8698ea-445f-4751-a923-c95ba728fd8c" providerId="ADAL" clId="{99DFCF96-D897-45F6-99B9-7A50BC31839B}" dt="2023-02-15T03:14:50.539" v="3689" actId="20577"/>
          <ac:spMkLst>
            <pc:docMk/>
            <pc:sldMk cId="403472248" sldId="258"/>
            <ac:spMk id="2" creationId="{6E866BBF-F4DE-ED14-D19E-3BA95440A37A}"/>
          </ac:spMkLst>
        </pc:spChg>
        <pc:spChg chg="add del">
          <ac:chgData name="Mario Martinez" userId="3a8698ea-445f-4751-a923-c95ba728fd8c" providerId="ADAL" clId="{99DFCF96-D897-45F6-99B9-7A50BC31839B}" dt="2023-02-15T03:18:05.776" v="3709"/>
          <ac:spMkLst>
            <pc:docMk/>
            <pc:sldMk cId="403472248" sldId="258"/>
            <ac:spMk id="3" creationId="{A482D4D6-2319-5D57-C15B-879929E6A965}"/>
          </ac:spMkLst>
        </pc:spChg>
        <pc:spChg chg="mod">
          <ac:chgData name="Mario Martinez" userId="3a8698ea-445f-4751-a923-c95ba728fd8c" providerId="ADAL" clId="{99DFCF96-D897-45F6-99B9-7A50BC31839B}" dt="2023-02-15T03:14:57.908" v="3701" actId="20577"/>
          <ac:spMkLst>
            <pc:docMk/>
            <pc:sldMk cId="403472248" sldId="258"/>
            <ac:spMk id="4" creationId="{FF3771E8-850B-1BCE-800F-1092A96F22F8}"/>
          </ac:spMkLst>
        </pc:spChg>
        <pc:spChg chg="add del mod">
          <ac:chgData name="Mario Martinez" userId="3a8698ea-445f-4751-a923-c95ba728fd8c" providerId="ADAL" clId="{99DFCF96-D897-45F6-99B9-7A50BC31839B}" dt="2023-02-15T03:19:14.277" v="3713" actId="478"/>
          <ac:spMkLst>
            <pc:docMk/>
            <pc:sldMk cId="403472248" sldId="258"/>
            <ac:spMk id="10" creationId="{37C01560-8AF5-16CE-AF15-4193B2321D1A}"/>
          </ac:spMkLst>
        </pc:spChg>
        <pc:spChg chg="add mod">
          <ac:chgData name="Mario Martinez" userId="3a8698ea-445f-4751-a923-c95ba728fd8c" providerId="ADAL" clId="{99DFCF96-D897-45F6-99B9-7A50BC31839B}" dt="2023-02-15T03:27:44.091" v="3762" actId="1076"/>
          <ac:spMkLst>
            <pc:docMk/>
            <pc:sldMk cId="403472248" sldId="258"/>
            <ac:spMk id="17" creationId="{47F0922F-CB62-90CE-5D65-F0EA67154D4E}"/>
          </ac:spMkLst>
        </pc:spChg>
        <pc:grpChg chg="add del mod">
          <ac:chgData name="Mario Martinez" userId="3a8698ea-445f-4751-a923-c95ba728fd8c" providerId="ADAL" clId="{99DFCF96-D897-45F6-99B9-7A50BC31839B}" dt="2023-02-15T03:22:20.294" v="3725"/>
          <ac:grpSpMkLst>
            <pc:docMk/>
            <pc:sldMk cId="403472248" sldId="258"/>
            <ac:grpSpMk id="13" creationId="{AE642006-69EF-ED44-B110-8CFDF65489FE}"/>
          </ac:grpSpMkLst>
        </pc:grpChg>
        <pc:graphicFrameChg chg="add mod modGraphic">
          <ac:chgData name="Mario Martinez" userId="3a8698ea-445f-4751-a923-c95ba728fd8c" providerId="ADAL" clId="{99DFCF96-D897-45F6-99B9-7A50BC31839B}" dt="2023-02-15T03:15:24.540" v="3706" actId="1076"/>
          <ac:graphicFrameMkLst>
            <pc:docMk/>
            <pc:sldMk cId="403472248" sldId="258"/>
            <ac:graphicFrameMk id="5" creationId="{AA07DEC8-AFAD-77D8-B1A2-FBFE0B0EFCC8}"/>
          </ac:graphicFrameMkLst>
        </pc:graphicFrameChg>
        <pc:picChg chg="add del mod ord">
          <ac:chgData name="Mario Martinez" userId="3a8698ea-445f-4751-a923-c95ba728fd8c" providerId="ADAL" clId="{99DFCF96-D897-45F6-99B9-7A50BC31839B}" dt="2023-02-15T03:17:29.030" v="3708" actId="22"/>
          <ac:picMkLst>
            <pc:docMk/>
            <pc:sldMk cId="403472248" sldId="258"/>
            <ac:picMk id="7" creationId="{F7C887EA-57CE-CB0F-AA18-3780A83F2178}"/>
          </ac:picMkLst>
        </pc:picChg>
        <pc:picChg chg="add del mod">
          <ac:chgData name="Mario Martinez" userId="3a8698ea-445f-4751-a923-c95ba728fd8c" providerId="ADAL" clId="{99DFCF96-D897-45F6-99B9-7A50BC31839B}" dt="2023-02-15T03:18:54.419" v="3712" actId="478"/>
          <ac:picMkLst>
            <pc:docMk/>
            <pc:sldMk cId="403472248" sldId="258"/>
            <ac:picMk id="8" creationId="{201BC60B-F85C-6678-754F-EC8DAA484FE3}"/>
          </ac:picMkLst>
        </pc:picChg>
        <pc:picChg chg="add del mod">
          <ac:chgData name="Mario Martinez" userId="3a8698ea-445f-4751-a923-c95ba728fd8c" providerId="ADAL" clId="{99DFCF96-D897-45F6-99B9-7A50BC31839B}" dt="2023-02-15T03:20:09.469" v="3722" actId="478"/>
          <ac:picMkLst>
            <pc:docMk/>
            <pc:sldMk cId="403472248" sldId="258"/>
            <ac:picMk id="11" creationId="{1C01EF92-1CEC-BA6E-18A7-16A3725E7F37}"/>
          </ac:picMkLst>
        </pc:picChg>
        <pc:picChg chg="add del mod">
          <ac:chgData name="Mario Martinez" userId="3a8698ea-445f-4751-a923-c95ba728fd8c" providerId="ADAL" clId="{99DFCF96-D897-45F6-99B9-7A50BC31839B}" dt="2023-02-15T03:20:11.019" v="3723" actId="478"/>
          <ac:picMkLst>
            <pc:docMk/>
            <pc:sldMk cId="403472248" sldId="258"/>
            <ac:picMk id="12" creationId="{F2D4B61C-0761-D70D-B52A-7BCE4C21E6F5}"/>
          </ac:picMkLst>
        </pc:picChg>
        <pc:picChg chg="mod">
          <ac:chgData name="Mario Martinez" userId="3a8698ea-445f-4751-a923-c95ba728fd8c" providerId="ADAL" clId="{99DFCF96-D897-45F6-99B9-7A50BC31839B}" dt="2023-02-15T03:22:18.003" v="3724"/>
          <ac:picMkLst>
            <pc:docMk/>
            <pc:sldMk cId="403472248" sldId="258"/>
            <ac:picMk id="14" creationId="{6DDEA4DF-4592-5D8D-147D-BCF96A485666}"/>
          </ac:picMkLst>
        </pc:picChg>
        <pc:picChg chg="mod">
          <ac:chgData name="Mario Martinez" userId="3a8698ea-445f-4751-a923-c95ba728fd8c" providerId="ADAL" clId="{99DFCF96-D897-45F6-99B9-7A50BC31839B}" dt="2023-02-15T03:22:18.003" v="3724"/>
          <ac:picMkLst>
            <pc:docMk/>
            <pc:sldMk cId="403472248" sldId="258"/>
            <ac:picMk id="15" creationId="{D5D659B0-B833-31DD-8428-04A972DCD7F4}"/>
          </ac:picMkLst>
        </pc:picChg>
        <pc:picChg chg="add mod">
          <ac:chgData name="Mario Martinez" userId="3a8698ea-445f-4751-a923-c95ba728fd8c" providerId="ADAL" clId="{99DFCF96-D897-45F6-99B9-7A50BC31839B}" dt="2023-02-15T03:27:40.421" v="3761" actId="1076"/>
          <ac:picMkLst>
            <pc:docMk/>
            <pc:sldMk cId="403472248" sldId="258"/>
            <ac:picMk id="16" creationId="{A00A8AEE-AFB1-0F7F-5422-1F0FDBDB9002}"/>
          </ac:picMkLst>
        </pc:picChg>
      </pc:sldChg>
      <pc:sldChg chg="addSp delSp modSp new mod">
        <pc:chgData name="Mario Martinez" userId="3a8698ea-445f-4751-a923-c95ba728fd8c" providerId="ADAL" clId="{99DFCF96-D897-45F6-99B9-7A50BC31839B}" dt="2023-02-14T19:18:21.848" v="3451" actId="20577"/>
        <pc:sldMkLst>
          <pc:docMk/>
          <pc:sldMk cId="892579832" sldId="259"/>
        </pc:sldMkLst>
        <pc:spChg chg="mod">
          <ac:chgData name="Mario Martinez" userId="3a8698ea-445f-4751-a923-c95ba728fd8c" providerId="ADAL" clId="{99DFCF96-D897-45F6-99B9-7A50BC31839B}" dt="2023-02-13T05:04:21.122" v="1801" actId="20577"/>
          <ac:spMkLst>
            <pc:docMk/>
            <pc:sldMk cId="892579832" sldId="259"/>
            <ac:spMk id="2" creationId="{8CF92346-DBE4-9AE1-5886-9D1B27F2E691}"/>
          </ac:spMkLst>
        </pc:spChg>
        <pc:spChg chg="del">
          <ac:chgData name="Mario Martinez" userId="3a8698ea-445f-4751-a923-c95ba728fd8c" providerId="ADAL" clId="{99DFCF96-D897-45F6-99B9-7A50BC31839B}" dt="2023-02-13T02:08:47.218" v="392"/>
          <ac:spMkLst>
            <pc:docMk/>
            <pc:sldMk cId="892579832" sldId="259"/>
            <ac:spMk id="3" creationId="{A681360B-49C5-3393-D029-A839DAB77BB3}"/>
          </ac:spMkLst>
        </pc:spChg>
        <pc:spChg chg="mod">
          <ac:chgData name="Mario Martinez" userId="3a8698ea-445f-4751-a923-c95ba728fd8c" providerId="ADAL" clId="{99DFCF96-D897-45F6-99B9-7A50BC31839B}" dt="2023-02-14T19:18:21.848" v="3451" actId="20577"/>
          <ac:spMkLst>
            <pc:docMk/>
            <pc:sldMk cId="892579832" sldId="259"/>
            <ac:spMk id="4" creationId="{2435B524-2330-46D5-98A2-5CD1FE2B3BD8}"/>
          </ac:spMkLst>
        </pc:spChg>
        <pc:spChg chg="add del mod">
          <ac:chgData name="Mario Martinez" userId="3a8698ea-445f-4751-a923-c95ba728fd8c" providerId="ADAL" clId="{99DFCF96-D897-45F6-99B9-7A50BC31839B}" dt="2023-02-13T02:10:40.793" v="404"/>
          <ac:spMkLst>
            <pc:docMk/>
            <pc:sldMk cId="892579832" sldId="259"/>
            <ac:spMk id="7" creationId="{FC9162C7-0DB0-46CE-68A0-22B450A6A1C7}"/>
          </ac:spMkLst>
        </pc:spChg>
        <pc:picChg chg="add del mod">
          <ac:chgData name="Mario Martinez" userId="3a8698ea-445f-4751-a923-c95ba728fd8c" providerId="ADAL" clId="{99DFCF96-D897-45F6-99B9-7A50BC31839B}" dt="2023-02-13T02:09:21.946" v="403" actId="478"/>
          <ac:picMkLst>
            <pc:docMk/>
            <pc:sldMk cId="892579832" sldId="259"/>
            <ac:picMk id="5" creationId="{D26A0784-ED11-8A67-9E37-91BA5C2C6E5A}"/>
          </ac:picMkLst>
        </pc:picChg>
        <pc:picChg chg="add mod">
          <ac:chgData name="Mario Martinez" userId="3a8698ea-445f-4751-a923-c95ba728fd8c" providerId="ADAL" clId="{99DFCF96-D897-45F6-99B9-7A50BC31839B}" dt="2023-02-13T02:12:34.405" v="411" actId="1076"/>
          <ac:picMkLst>
            <pc:docMk/>
            <pc:sldMk cId="892579832" sldId="259"/>
            <ac:picMk id="8" creationId="{1F97ABF7-47D9-5FF7-9BF5-5406F9A419AE}"/>
          </ac:picMkLst>
        </pc:picChg>
      </pc:sldChg>
      <pc:sldChg chg="addSp delSp modSp new mod ord">
        <pc:chgData name="Mario Martinez" userId="3a8698ea-445f-4751-a923-c95ba728fd8c" providerId="ADAL" clId="{99DFCF96-D897-45F6-99B9-7A50BC31839B}" dt="2023-02-15T03:00:06.651" v="3653" actId="255"/>
        <pc:sldMkLst>
          <pc:docMk/>
          <pc:sldMk cId="1904753741" sldId="260"/>
        </pc:sldMkLst>
        <pc:spChg chg="mod">
          <ac:chgData name="Mario Martinez" userId="3a8698ea-445f-4751-a923-c95ba728fd8c" providerId="ADAL" clId="{99DFCF96-D897-45F6-99B9-7A50BC31839B}" dt="2023-02-15T03:00:06.651" v="3653" actId="255"/>
          <ac:spMkLst>
            <pc:docMk/>
            <pc:sldMk cId="1904753741" sldId="260"/>
            <ac:spMk id="2" creationId="{9EF035FB-DDC0-E366-A7F2-CB476A2A254E}"/>
          </ac:spMkLst>
        </pc:spChg>
        <pc:spChg chg="del">
          <ac:chgData name="Mario Martinez" userId="3a8698ea-445f-4751-a923-c95ba728fd8c" providerId="ADAL" clId="{99DFCF96-D897-45F6-99B9-7A50BC31839B}" dt="2023-02-13T05:54:11.921" v="2111"/>
          <ac:spMkLst>
            <pc:docMk/>
            <pc:sldMk cId="1904753741" sldId="260"/>
            <ac:spMk id="3" creationId="{9BEE1E97-257B-9F5E-0533-E02128CDAEEE}"/>
          </ac:spMkLst>
        </pc:spChg>
        <pc:spChg chg="mod">
          <ac:chgData name="Mario Martinez" userId="3a8698ea-445f-4751-a923-c95ba728fd8c" providerId="ADAL" clId="{99DFCF96-D897-45F6-99B9-7A50BC31839B}" dt="2023-02-13T06:13:28.396" v="2800" actId="20577"/>
          <ac:spMkLst>
            <pc:docMk/>
            <pc:sldMk cId="1904753741" sldId="260"/>
            <ac:spMk id="4" creationId="{2870301A-2316-BBF2-8128-0E2964D8FDAB}"/>
          </ac:spMkLst>
        </pc:spChg>
        <pc:spChg chg="add del mod">
          <ac:chgData name="Mario Martinez" userId="3a8698ea-445f-4751-a923-c95ba728fd8c" providerId="ADAL" clId="{99DFCF96-D897-45F6-99B9-7A50BC31839B}" dt="2023-02-14T19:39:59.550" v="3497"/>
          <ac:spMkLst>
            <pc:docMk/>
            <pc:sldMk cId="1904753741" sldId="260"/>
            <ac:spMk id="6" creationId="{3937EDE0-5A22-A918-7F33-2A28D199276C}"/>
          </ac:spMkLst>
        </pc:spChg>
        <pc:spChg chg="mod">
          <ac:chgData name="Mario Martinez" userId="3a8698ea-445f-4751-a923-c95ba728fd8c" providerId="ADAL" clId="{99DFCF96-D897-45F6-99B9-7A50BC31839B}" dt="2023-02-14T19:39:52.066" v="3493"/>
          <ac:spMkLst>
            <pc:docMk/>
            <pc:sldMk cId="1904753741" sldId="260"/>
            <ac:spMk id="9" creationId="{1DA8392B-90DD-07DC-935A-AB3F6AEBDF02}"/>
          </ac:spMkLst>
        </pc:spChg>
        <pc:spChg chg="mod">
          <ac:chgData name="Mario Martinez" userId="3a8698ea-445f-4751-a923-c95ba728fd8c" providerId="ADAL" clId="{99DFCF96-D897-45F6-99B9-7A50BC31839B}" dt="2023-02-14T19:39:52.066" v="3493"/>
          <ac:spMkLst>
            <pc:docMk/>
            <pc:sldMk cId="1904753741" sldId="260"/>
            <ac:spMk id="10" creationId="{BF093C64-FD10-7562-1D19-ED85EBE573CB}"/>
          </ac:spMkLst>
        </pc:spChg>
        <pc:spChg chg="mod">
          <ac:chgData name="Mario Martinez" userId="3a8698ea-445f-4751-a923-c95ba728fd8c" providerId="ADAL" clId="{99DFCF96-D897-45F6-99B9-7A50BC31839B}" dt="2023-02-14T19:39:52.066" v="3493"/>
          <ac:spMkLst>
            <pc:docMk/>
            <pc:sldMk cId="1904753741" sldId="260"/>
            <ac:spMk id="11" creationId="{1A52ED8F-91D9-93F6-DDF4-DD02E0EF7DC7}"/>
          </ac:spMkLst>
        </pc:spChg>
        <pc:spChg chg="mod">
          <ac:chgData name="Mario Martinez" userId="3a8698ea-445f-4751-a923-c95ba728fd8c" providerId="ADAL" clId="{99DFCF96-D897-45F6-99B9-7A50BC31839B}" dt="2023-02-14T19:39:52.066" v="3493"/>
          <ac:spMkLst>
            <pc:docMk/>
            <pc:sldMk cId="1904753741" sldId="260"/>
            <ac:spMk id="12" creationId="{81BF0F09-D991-4ECC-297E-EF66ED1B6064}"/>
          </ac:spMkLst>
        </pc:spChg>
        <pc:spChg chg="mod">
          <ac:chgData name="Mario Martinez" userId="3a8698ea-445f-4751-a923-c95ba728fd8c" providerId="ADAL" clId="{99DFCF96-D897-45F6-99B9-7A50BC31839B}" dt="2023-02-14T19:39:52.066" v="3493"/>
          <ac:spMkLst>
            <pc:docMk/>
            <pc:sldMk cId="1904753741" sldId="260"/>
            <ac:spMk id="13" creationId="{574E18FA-144D-11C6-4C32-D2C5D133F08D}"/>
          </ac:spMkLst>
        </pc:spChg>
        <pc:spChg chg="mod">
          <ac:chgData name="Mario Martinez" userId="3a8698ea-445f-4751-a923-c95ba728fd8c" providerId="ADAL" clId="{99DFCF96-D897-45F6-99B9-7A50BC31839B}" dt="2023-02-14T19:39:52.066" v="3493"/>
          <ac:spMkLst>
            <pc:docMk/>
            <pc:sldMk cId="1904753741" sldId="260"/>
            <ac:spMk id="14" creationId="{052FB74A-04AB-C89B-534F-51A60247A074}"/>
          </ac:spMkLst>
        </pc:spChg>
        <pc:spChg chg="mod">
          <ac:chgData name="Mario Martinez" userId="3a8698ea-445f-4751-a923-c95ba728fd8c" providerId="ADAL" clId="{99DFCF96-D897-45F6-99B9-7A50BC31839B}" dt="2023-02-14T19:39:52.066" v="3493"/>
          <ac:spMkLst>
            <pc:docMk/>
            <pc:sldMk cId="1904753741" sldId="260"/>
            <ac:spMk id="16" creationId="{41A5F4F0-A623-6D3D-9E65-EEE3AE38476E}"/>
          </ac:spMkLst>
        </pc:spChg>
        <pc:spChg chg="mod">
          <ac:chgData name="Mario Martinez" userId="3a8698ea-445f-4751-a923-c95ba728fd8c" providerId="ADAL" clId="{99DFCF96-D897-45F6-99B9-7A50BC31839B}" dt="2023-02-14T19:39:52.066" v="3493"/>
          <ac:spMkLst>
            <pc:docMk/>
            <pc:sldMk cId="1904753741" sldId="260"/>
            <ac:spMk id="17" creationId="{27C03E7F-BE6F-1CF4-030F-83AD7192E145}"/>
          </ac:spMkLst>
        </pc:spChg>
        <pc:spChg chg="mod">
          <ac:chgData name="Mario Martinez" userId="3a8698ea-445f-4751-a923-c95ba728fd8c" providerId="ADAL" clId="{99DFCF96-D897-45F6-99B9-7A50BC31839B}" dt="2023-02-14T19:39:52.066" v="3493"/>
          <ac:spMkLst>
            <pc:docMk/>
            <pc:sldMk cId="1904753741" sldId="260"/>
            <ac:spMk id="18" creationId="{6AE0BE97-D47E-1D4D-E3EF-958B8542D1AD}"/>
          </ac:spMkLst>
        </pc:spChg>
        <pc:spChg chg="mod">
          <ac:chgData name="Mario Martinez" userId="3a8698ea-445f-4751-a923-c95ba728fd8c" providerId="ADAL" clId="{99DFCF96-D897-45F6-99B9-7A50BC31839B}" dt="2023-02-14T19:39:52.066" v="3493"/>
          <ac:spMkLst>
            <pc:docMk/>
            <pc:sldMk cId="1904753741" sldId="260"/>
            <ac:spMk id="21" creationId="{CCD10514-8FF9-0834-06B2-06B64ECA29DC}"/>
          </ac:spMkLst>
        </pc:spChg>
        <pc:spChg chg="mod">
          <ac:chgData name="Mario Martinez" userId="3a8698ea-445f-4751-a923-c95ba728fd8c" providerId="ADAL" clId="{99DFCF96-D897-45F6-99B9-7A50BC31839B}" dt="2023-02-14T19:39:52.066" v="3493"/>
          <ac:spMkLst>
            <pc:docMk/>
            <pc:sldMk cId="1904753741" sldId="260"/>
            <ac:spMk id="22" creationId="{806A72E0-2878-FEBE-677B-ABA25D59371E}"/>
          </ac:spMkLst>
        </pc:spChg>
        <pc:spChg chg="mod">
          <ac:chgData name="Mario Martinez" userId="3a8698ea-445f-4751-a923-c95ba728fd8c" providerId="ADAL" clId="{99DFCF96-D897-45F6-99B9-7A50BC31839B}" dt="2023-02-14T19:39:52.066" v="3493"/>
          <ac:spMkLst>
            <pc:docMk/>
            <pc:sldMk cId="1904753741" sldId="260"/>
            <ac:spMk id="23" creationId="{B73D06D8-11D4-2B06-0C18-B9B5B2E421D3}"/>
          </ac:spMkLst>
        </pc:spChg>
        <pc:spChg chg="mod">
          <ac:chgData name="Mario Martinez" userId="3a8698ea-445f-4751-a923-c95ba728fd8c" providerId="ADAL" clId="{99DFCF96-D897-45F6-99B9-7A50BC31839B}" dt="2023-02-14T19:39:52.066" v="3493"/>
          <ac:spMkLst>
            <pc:docMk/>
            <pc:sldMk cId="1904753741" sldId="260"/>
            <ac:spMk id="24" creationId="{8CCBA22F-0CF2-34D7-A236-EDCB37009861}"/>
          </ac:spMkLst>
        </pc:spChg>
        <pc:grpChg chg="add del mod">
          <ac:chgData name="Mario Martinez" userId="3a8698ea-445f-4751-a923-c95ba728fd8c" providerId="ADAL" clId="{99DFCF96-D897-45F6-99B9-7A50BC31839B}" dt="2023-02-14T19:39:56.974" v="3496"/>
          <ac:grpSpMkLst>
            <pc:docMk/>
            <pc:sldMk cId="1904753741" sldId="260"/>
            <ac:grpSpMk id="7" creationId="{3EED5246-DCA4-2AAA-24CB-F7DF882FFEFD}"/>
          </ac:grpSpMkLst>
        </pc:grpChg>
        <pc:picChg chg="add del mod">
          <ac:chgData name="Mario Martinez" userId="3a8698ea-445f-4751-a923-c95ba728fd8c" providerId="ADAL" clId="{99DFCF96-D897-45F6-99B9-7A50BC31839B}" dt="2023-02-14T19:39:42.986" v="3492" actId="478"/>
          <ac:picMkLst>
            <pc:docMk/>
            <pc:sldMk cId="1904753741" sldId="260"/>
            <ac:picMk id="5" creationId="{40166882-4760-2365-107C-7957EB532A92}"/>
          </ac:picMkLst>
        </pc:picChg>
        <pc:picChg chg="add mod">
          <ac:chgData name="Mario Martinez" userId="3a8698ea-445f-4751-a923-c95ba728fd8c" providerId="ADAL" clId="{99DFCF96-D897-45F6-99B9-7A50BC31839B}" dt="2023-02-14T19:54:11.375" v="3532" actId="14826"/>
          <ac:picMkLst>
            <pc:docMk/>
            <pc:sldMk cId="1904753741" sldId="260"/>
            <ac:picMk id="27" creationId="{EAD1FE70-65B4-A14A-D4F5-99021182CE49}"/>
          </ac:picMkLst>
        </pc:picChg>
        <pc:picChg chg="add del">
          <ac:chgData name="Mario Martinez" userId="3a8698ea-445f-4751-a923-c95ba728fd8c" providerId="ADAL" clId="{99DFCF96-D897-45F6-99B9-7A50BC31839B}" dt="2023-02-14T19:46:12.563" v="3504"/>
          <ac:picMkLst>
            <pc:docMk/>
            <pc:sldMk cId="1904753741" sldId="260"/>
            <ac:picMk id="28" creationId="{340B90D6-6E74-CD2C-D06A-F8D315165BFF}"/>
          </ac:picMkLst>
        </pc:picChg>
        <pc:picChg chg="add del">
          <ac:chgData name="Mario Martinez" userId="3a8698ea-445f-4751-a923-c95ba728fd8c" providerId="ADAL" clId="{99DFCF96-D897-45F6-99B9-7A50BC31839B}" dt="2023-02-14T19:46:52.213" v="3507"/>
          <ac:picMkLst>
            <pc:docMk/>
            <pc:sldMk cId="1904753741" sldId="260"/>
            <ac:picMk id="29" creationId="{2A229D0B-4C73-4814-BE08-7A911D2B4362}"/>
          </ac:picMkLst>
        </pc:picChg>
        <pc:picChg chg="add mod">
          <ac:chgData name="Mario Martinez" userId="3a8698ea-445f-4751-a923-c95ba728fd8c" providerId="ADAL" clId="{99DFCF96-D897-45F6-99B9-7A50BC31839B}" dt="2023-02-14T19:53:10.321" v="3531" actId="1076"/>
          <ac:picMkLst>
            <pc:docMk/>
            <pc:sldMk cId="1904753741" sldId="260"/>
            <ac:picMk id="30" creationId="{BC87A1BC-F855-F8B0-E3B3-8A9CE41859B8}"/>
          </ac:picMkLst>
        </pc:picChg>
        <pc:cxnChg chg="mod">
          <ac:chgData name="Mario Martinez" userId="3a8698ea-445f-4751-a923-c95ba728fd8c" providerId="ADAL" clId="{99DFCF96-D897-45F6-99B9-7A50BC31839B}" dt="2023-02-14T19:39:52.066" v="3493"/>
          <ac:cxnSpMkLst>
            <pc:docMk/>
            <pc:sldMk cId="1904753741" sldId="260"/>
            <ac:cxnSpMk id="8" creationId="{AACE8BB4-C4C7-767C-DFFD-48F2F70ABE44}"/>
          </ac:cxnSpMkLst>
        </pc:cxnChg>
        <pc:cxnChg chg="mod">
          <ac:chgData name="Mario Martinez" userId="3a8698ea-445f-4751-a923-c95ba728fd8c" providerId="ADAL" clId="{99DFCF96-D897-45F6-99B9-7A50BC31839B}" dt="2023-02-14T19:39:52.066" v="3493"/>
          <ac:cxnSpMkLst>
            <pc:docMk/>
            <pc:sldMk cId="1904753741" sldId="260"/>
            <ac:cxnSpMk id="15" creationId="{3E994591-2622-A77C-2F78-21639E3F94B5}"/>
          </ac:cxnSpMkLst>
        </pc:cxnChg>
        <pc:cxnChg chg="mod">
          <ac:chgData name="Mario Martinez" userId="3a8698ea-445f-4751-a923-c95ba728fd8c" providerId="ADAL" clId="{99DFCF96-D897-45F6-99B9-7A50BC31839B}" dt="2023-02-14T19:39:52.066" v="3493"/>
          <ac:cxnSpMkLst>
            <pc:docMk/>
            <pc:sldMk cId="1904753741" sldId="260"/>
            <ac:cxnSpMk id="19" creationId="{2B2EE254-D300-AE73-66A2-CAADBD529538}"/>
          </ac:cxnSpMkLst>
        </pc:cxnChg>
        <pc:cxnChg chg="mod">
          <ac:chgData name="Mario Martinez" userId="3a8698ea-445f-4751-a923-c95ba728fd8c" providerId="ADAL" clId="{99DFCF96-D897-45F6-99B9-7A50BC31839B}" dt="2023-02-14T19:39:52.066" v="3493"/>
          <ac:cxnSpMkLst>
            <pc:docMk/>
            <pc:sldMk cId="1904753741" sldId="260"/>
            <ac:cxnSpMk id="20" creationId="{5161E2A2-09B1-0482-8200-B5EBC495AF1B}"/>
          </ac:cxnSpMkLst>
        </pc:cxnChg>
        <pc:cxnChg chg="mod">
          <ac:chgData name="Mario Martinez" userId="3a8698ea-445f-4751-a923-c95ba728fd8c" providerId="ADAL" clId="{99DFCF96-D897-45F6-99B9-7A50BC31839B}" dt="2023-02-14T19:39:52.066" v="3493"/>
          <ac:cxnSpMkLst>
            <pc:docMk/>
            <pc:sldMk cId="1904753741" sldId="260"/>
            <ac:cxnSpMk id="25" creationId="{6B8F74A8-907F-0A26-D101-CCD6E202DA08}"/>
          </ac:cxnSpMkLst>
        </pc:cxnChg>
        <pc:cxnChg chg="mod">
          <ac:chgData name="Mario Martinez" userId="3a8698ea-445f-4751-a923-c95ba728fd8c" providerId="ADAL" clId="{99DFCF96-D897-45F6-99B9-7A50BC31839B}" dt="2023-02-14T19:39:52.066" v="3493"/>
          <ac:cxnSpMkLst>
            <pc:docMk/>
            <pc:sldMk cId="1904753741" sldId="260"/>
            <ac:cxnSpMk id="26" creationId="{BEB76950-B978-9529-7507-BF185A81E08F}"/>
          </ac:cxnSpMkLst>
        </pc:cxnChg>
      </pc:sldChg>
      <pc:sldChg chg="new del">
        <pc:chgData name="Mario Martinez" userId="3a8698ea-445f-4751-a923-c95ba728fd8c" providerId="ADAL" clId="{99DFCF96-D897-45F6-99B9-7A50BC31839B}" dt="2023-02-13T02:04:18.163" v="336" actId="680"/>
        <pc:sldMkLst>
          <pc:docMk/>
          <pc:sldMk cId="228826321" sldId="261"/>
        </pc:sldMkLst>
      </pc:sldChg>
      <pc:sldChg chg="addSp delSp modSp new mod ord">
        <pc:chgData name="Mario Martinez" userId="3a8698ea-445f-4751-a923-c95ba728fd8c" providerId="ADAL" clId="{99DFCF96-D897-45F6-99B9-7A50BC31839B}" dt="2023-02-13T06:09:13.549" v="2511"/>
        <pc:sldMkLst>
          <pc:docMk/>
          <pc:sldMk cId="3134142519" sldId="261"/>
        </pc:sldMkLst>
        <pc:spChg chg="mod">
          <ac:chgData name="Mario Martinez" userId="3a8698ea-445f-4751-a923-c95ba728fd8c" providerId="ADAL" clId="{99DFCF96-D897-45F6-99B9-7A50BC31839B}" dt="2023-02-13T02:05:11.801" v="389" actId="6549"/>
          <ac:spMkLst>
            <pc:docMk/>
            <pc:sldMk cId="3134142519" sldId="261"/>
            <ac:spMk id="2" creationId="{630C0FE1-9DA0-F7C4-EA6A-06F85A225C8E}"/>
          </ac:spMkLst>
        </pc:spChg>
        <pc:spChg chg="del">
          <ac:chgData name="Mario Martinez" userId="3a8698ea-445f-4751-a923-c95ba728fd8c" providerId="ADAL" clId="{99DFCF96-D897-45F6-99B9-7A50BC31839B}" dt="2023-02-13T02:04:25.561" v="338"/>
          <ac:spMkLst>
            <pc:docMk/>
            <pc:sldMk cId="3134142519" sldId="261"/>
            <ac:spMk id="3" creationId="{9221CAB0-4CD6-FC64-566C-6C4C14AB1476}"/>
          </ac:spMkLst>
        </pc:spChg>
        <pc:picChg chg="add mod">
          <ac:chgData name="Mario Martinez" userId="3a8698ea-445f-4751-a923-c95ba728fd8c" providerId="ADAL" clId="{99DFCF96-D897-45F6-99B9-7A50BC31839B}" dt="2023-02-13T02:04:40.177" v="342" actId="1076"/>
          <ac:picMkLst>
            <pc:docMk/>
            <pc:sldMk cId="3134142519" sldId="261"/>
            <ac:picMk id="4" creationId="{BF1F3B97-8BF5-2768-5157-F4B2C45C8B3B}"/>
          </ac:picMkLst>
        </pc:picChg>
      </pc:sldChg>
      <pc:sldChg chg="addSp delSp modSp new del mod">
        <pc:chgData name="Mario Martinez" userId="3a8698ea-445f-4751-a923-c95ba728fd8c" providerId="ADAL" clId="{99DFCF96-D897-45F6-99B9-7A50BC31839B}" dt="2023-02-13T05:07:22.788" v="1853" actId="47"/>
        <pc:sldMkLst>
          <pc:docMk/>
          <pc:sldMk cId="3426490598" sldId="262"/>
        </pc:sldMkLst>
        <pc:spChg chg="mod">
          <ac:chgData name="Mario Martinez" userId="3a8698ea-445f-4751-a923-c95ba728fd8c" providerId="ADAL" clId="{99DFCF96-D897-45F6-99B9-7A50BC31839B}" dt="2023-02-13T05:06:59.128" v="1851" actId="20577"/>
          <ac:spMkLst>
            <pc:docMk/>
            <pc:sldMk cId="3426490598" sldId="262"/>
            <ac:spMk id="2" creationId="{D72DAA5E-C847-9671-1EAB-2C66B89B7803}"/>
          </ac:spMkLst>
        </pc:spChg>
        <pc:spChg chg="del">
          <ac:chgData name="Mario Martinez" userId="3a8698ea-445f-4751-a923-c95ba728fd8c" providerId="ADAL" clId="{99DFCF96-D897-45F6-99B9-7A50BC31839B}" dt="2023-02-13T02:08:09.900" v="391"/>
          <ac:spMkLst>
            <pc:docMk/>
            <pc:sldMk cId="3426490598" sldId="262"/>
            <ac:spMk id="3" creationId="{4A3F43ED-7B43-6A70-E292-BAC246D467BD}"/>
          </ac:spMkLst>
        </pc:spChg>
        <pc:picChg chg="add mod">
          <ac:chgData name="Mario Martinez" userId="3a8698ea-445f-4751-a923-c95ba728fd8c" providerId="ADAL" clId="{99DFCF96-D897-45F6-99B9-7A50BC31839B}" dt="2023-02-13T02:08:09.900" v="391"/>
          <ac:picMkLst>
            <pc:docMk/>
            <pc:sldMk cId="3426490598" sldId="262"/>
            <ac:picMk id="4" creationId="{48AF1D3E-E12D-6FD8-ED0F-2E267E4FFDDF}"/>
          </ac:picMkLst>
        </pc:picChg>
      </pc:sldChg>
      <pc:sldChg chg="addSp delSp modSp new del mod ord">
        <pc:chgData name="Mario Martinez" userId="3a8698ea-445f-4751-a923-c95ba728fd8c" providerId="ADAL" clId="{99DFCF96-D897-45F6-99B9-7A50BC31839B}" dt="2023-02-19T03:30:16.586" v="3878" actId="47"/>
        <pc:sldMkLst>
          <pc:docMk/>
          <pc:sldMk cId="3937963338" sldId="263"/>
        </pc:sldMkLst>
        <pc:spChg chg="mod">
          <ac:chgData name="Mario Martinez" userId="3a8698ea-445f-4751-a923-c95ba728fd8c" providerId="ADAL" clId="{99DFCF96-D897-45F6-99B9-7A50BC31839B}" dt="2023-02-13T05:07:09.270" v="1852"/>
          <ac:spMkLst>
            <pc:docMk/>
            <pc:sldMk cId="3937963338" sldId="263"/>
            <ac:spMk id="2" creationId="{C673E2E6-F132-7E4D-A59D-A0DAE521B8EC}"/>
          </ac:spMkLst>
        </pc:spChg>
        <pc:spChg chg="del">
          <ac:chgData name="Mario Martinez" userId="3a8698ea-445f-4751-a923-c95ba728fd8c" providerId="ADAL" clId="{99DFCF96-D897-45F6-99B9-7A50BC31839B}" dt="2023-02-13T05:06:24.422" v="1803"/>
          <ac:spMkLst>
            <pc:docMk/>
            <pc:sldMk cId="3937963338" sldId="263"/>
            <ac:spMk id="3" creationId="{BE643952-1F36-DA6A-7538-FCDE328D910E}"/>
          </ac:spMkLst>
        </pc:spChg>
        <pc:spChg chg="add del mod">
          <ac:chgData name="Mario Martinez" userId="3a8698ea-445f-4751-a923-c95ba728fd8c" providerId="ADAL" clId="{99DFCF96-D897-45F6-99B9-7A50BC31839B}" dt="2023-02-14T18:53:47.007" v="3410"/>
          <ac:spMkLst>
            <pc:docMk/>
            <pc:sldMk cId="3937963338" sldId="263"/>
            <ac:spMk id="5" creationId="{20CC49C8-F27F-64E7-2346-1D08B17E09F5}"/>
          </ac:spMkLst>
        </pc:spChg>
        <pc:picChg chg="add del mod">
          <ac:chgData name="Mario Martinez" userId="3a8698ea-445f-4751-a923-c95ba728fd8c" providerId="ADAL" clId="{99DFCF96-D897-45F6-99B9-7A50BC31839B}" dt="2023-02-14T18:53:43.946" v="3409" actId="478"/>
          <ac:picMkLst>
            <pc:docMk/>
            <pc:sldMk cId="3937963338" sldId="263"/>
            <ac:picMk id="4" creationId="{DE032067-5F39-D97C-4D76-97C623491663}"/>
          </ac:picMkLst>
        </pc:picChg>
        <pc:picChg chg="add mod">
          <ac:chgData name="Mario Martinez" userId="3a8698ea-445f-4751-a923-c95ba728fd8c" providerId="ADAL" clId="{99DFCF96-D897-45F6-99B9-7A50BC31839B}" dt="2023-02-14T18:53:47.007" v="3410"/>
          <ac:picMkLst>
            <pc:docMk/>
            <pc:sldMk cId="3937963338" sldId="263"/>
            <ac:picMk id="6" creationId="{51A466C7-D658-63F0-596E-0E5801EA281F}"/>
          </ac:picMkLst>
        </pc:picChg>
      </pc:sldChg>
      <pc:sldChg chg="addSp delSp modSp new mod">
        <pc:chgData name="Mario Martinez" userId="3a8698ea-445f-4751-a923-c95ba728fd8c" providerId="ADAL" clId="{99DFCF96-D897-45F6-99B9-7A50BC31839B}" dt="2023-02-13T06:19:49.419" v="3151" actId="20577"/>
        <pc:sldMkLst>
          <pc:docMk/>
          <pc:sldMk cId="649056591" sldId="264"/>
        </pc:sldMkLst>
        <pc:spChg chg="mod">
          <ac:chgData name="Mario Martinez" userId="3a8698ea-445f-4751-a923-c95ba728fd8c" providerId="ADAL" clId="{99DFCF96-D897-45F6-99B9-7A50BC31839B}" dt="2023-02-13T06:19:49.419" v="3151" actId="20577"/>
          <ac:spMkLst>
            <pc:docMk/>
            <pc:sldMk cId="649056591" sldId="264"/>
            <ac:spMk id="2" creationId="{D1656F6F-276A-54DD-AE95-0163D77292E6}"/>
          </ac:spMkLst>
        </pc:spChg>
        <pc:spChg chg="del">
          <ac:chgData name="Mario Martinez" userId="3a8698ea-445f-4751-a923-c95ba728fd8c" providerId="ADAL" clId="{99DFCF96-D897-45F6-99B9-7A50BC31839B}" dt="2023-02-13T05:40:02.644" v="1857"/>
          <ac:spMkLst>
            <pc:docMk/>
            <pc:sldMk cId="649056591" sldId="264"/>
            <ac:spMk id="3" creationId="{A09F00CE-0F43-24D6-7839-E5BF37FB2F0D}"/>
          </ac:spMkLst>
        </pc:spChg>
        <pc:spChg chg="mod">
          <ac:chgData name="Mario Martinez" userId="3a8698ea-445f-4751-a923-c95ba728fd8c" providerId="ADAL" clId="{99DFCF96-D897-45F6-99B9-7A50BC31839B}" dt="2023-02-13T05:46:22.239" v="2036" actId="20577"/>
          <ac:spMkLst>
            <pc:docMk/>
            <pc:sldMk cId="649056591" sldId="264"/>
            <ac:spMk id="4" creationId="{F5E394B0-6C45-0E1E-3DC2-50FD9131B68F}"/>
          </ac:spMkLst>
        </pc:spChg>
        <pc:spChg chg="add mod">
          <ac:chgData name="Mario Martinez" userId="3a8698ea-445f-4751-a923-c95ba728fd8c" providerId="ADAL" clId="{99DFCF96-D897-45F6-99B9-7A50BC31839B}" dt="2023-02-13T05:48:17.143" v="2098" actId="20577"/>
          <ac:spMkLst>
            <pc:docMk/>
            <pc:sldMk cId="649056591" sldId="264"/>
            <ac:spMk id="6" creationId="{551784AD-B9A4-6796-E9BE-986C0A19DBBA}"/>
          </ac:spMkLst>
        </pc:spChg>
        <pc:picChg chg="add mod">
          <ac:chgData name="Mario Martinez" userId="3a8698ea-445f-4751-a923-c95ba728fd8c" providerId="ADAL" clId="{99DFCF96-D897-45F6-99B9-7A50BC31839B}" dt="2023-02-13T05:40:02.644" v="1857"/>
          <ac:picMkLst>
            <pc:docMk/>
            <pc:sldMk cId="649056591" sldId="264"/>
            <ac:picMk id="5" creationId="{85B6B661-7DF0-AD6D-35CC-0C5DE6E4A7FE}"/>
          </ac:picMkLst>
        </pc:picChg>
      </pc:sldChg>
      <pc:sldChg chg="add del">
        <pc:chgData name="Mario Martinez" userId="3a8698ea-445f-4751-a923-c95ba728fd8c" providerId="ADAL" clId="{99DFCF96-D897-45F6-99B9-7A50BC31839B}" dt="2023-02-19T03:30:10.703" v="3877" actId="47"/>
        <pc:sldMkLst>
          <pc:docMk/>
          <pc:sldMk cId="291010852" sldId="265"/>
        </pc:sldMkLst>
      </pc:sldChg>
      <pc:sldChg chg="addSp delSp modSp new del mod">
        <pc:chgData name="Mario Martinez" userId="3a8698ea-445f-4751-a923-c95ba728fd8c" providerId="ADAL" clId="{99DFCF96-D897-45F6-99B9-7A50BC31839B}" dt="2023-02-13T05:54:06.294" v="2110" actId="680"/>
        <pc:sldMkLst>
          <pc:docMk/>
          <pc:sldMk cId="2085703882" sldId="265"/>
        </pc:sldMkLst>
        <pc:spChg chg="add del">
          <ac:chgData name="Mario Martinez" userId="3a8698ea-445f-4751-a923-c95ba728fd8c" providerId="ADAL" clId="{99DFCF96-D897-45F6-99B9-7A50BC31839B}" dt="2023-02-13T05:54:05.723" v="2109"/>
          <ac:spMkLst>
            <pc:docMk/>
            <pc:sldMk cId="2085703882" sldId="265"/>
            <ac:spMk id="3" creationId="{696393A3-BAE6-BCD6-8E13-6F0DD6EEA4A9}"/>
          </ac:spMkLst>
        </pc:spChg>
        <pc:picChg chg="add del mod">
          <ac:chgData name="Mario Martinez" userId="3a8698ea-445f-4751-a923-c95ba728fd8c" providerId="ADAL" clId="{99DFCF96-D897-45F6-99B9-7A50BC31839B}" dt="2023-02-13T05:54:05.723" v="2109"/>
          <ac:picMkLst>
            <pc:docMk/>
            <pc:sldMk cId="2085703882" sldId="265"/>
            <ac:picMk id="4" creationId="{41548FB8-FA5E-0823-D549-8E29EC2D2F76}"/>
          </ac:picMkLst>
        </pc:picChg>
      </pc:sldChg>
      <pc:sldChg chg="addSp delSp modSp add mod">
        <pc:chgData name="Mario Martinez" userId="3a8698ea-445f-4751-a923-c95ba728fd8c" providerId="ADAL" clId="{99DFCF96-D897-45F6-99B9-7A50BC31839B}" dt="2023-02-14T19:16:38.181" v="3419"/>
        <pc:sldMkLst>
          <pc:docMk/>
          <pc:sldMk cId="50456606" sldId="266"/>
        </pc:sldMkLst>
        <pc:spChg chg="add del mod">
          <ac:chgData name="Mario Martinez" userId="3a8698ea-445f-4751-a923-c95ba728fd8c" providerId="ADAL" clId="{99DFCF96-D897-45F6-99B9-7A50BC31839B}" dt="2023-02-14T19:15:52.386" v="3414"/>
          <ac:spMkLst>
            <pc:docMk/>
            <pc:sldMk cId="50456606" sldId="266"/>
            <ac:spMk id="4" creationId="{ADF4FF6C-785E-2B9E-0DF2-66CFA1C8775B}"/>
          </ac:spMkLst>
        </pc:spChg>
        <pc:spChg chg="add del mod">
          <ac:chgData name="Mario Martinez" userId="3a8698ea-445f-4751-a923-c95ba728fd8c" providerId="ADAL" clId="{99DFCF96-D897-45F6-99B9-7A50BC31839B}" dt="2023-02-14T19:16:38.181" v="3419"/>
          <ac:spMkLst>
            <pc:docMk/>
            <pc:sldMk cId="50456606" sldId="266"/>
            <ac:spMk id="9" creationId="{4C8F6C13-4963-D3DE-E053-EC1458FB275B}"/>
          </ac:spMkLst>
        </pc:spChg>
        <pc:picChg chg="add del mod">
          <ac:chgData name="Mario Martinez" userId="3a8698ea-445f-4751-a923-c95ba728fd8c" providerId="ADAL" clId="{99DFCF96-D897-45F6-99B9-7A50BC31839B}" dt="2023-02-14T19:16:35.174" v="3418" actId="478"/>
          <ac:picMkLst>
            <pc:docMk/>
            <pc:sldMk cId="50456606" sldId="266"/>
            <ac:picMk id="5" creationId="{60176576-6CA0-330F-67A1-09D7D28A8AA8}"/>
          </ac:picMkLst>
        </pc:picChg>
        <pc:picChg chg="del">
          <ac:chgData name="Mario Martinez" userId="3a8698ea-445f-4751-a923-c95ba728fd8c" providerId="ADAL" clId="{99DFCF96-D897-45F6-99B9-7A50BC31839B}" dt="2023-02-14T19:15:42.091" v="3413" actId="478"/>
          <ac:picMkLst>
            <pc:docMk/>
            <pc:sldMk cId="50456606" sldId="266"/>
            <ac:picMk id="6" creationId="{51A466C7-D658-63F0-596E-0E5801EA281F}"/>
          </ac:picMkLst>
        </pc:picChg>
        <pc:picChg chg="add del">
          <ac:chgData name="Mario Martinez" userId="3a8698ea-445f-4751-a923-c95ba728fd8c" providerId="ADAL" clId="{99DFCF96-D897-45F6-99B9-7A50BC31839B}" dt="2023-02-14T19:16:27.316" v="3416"/>
          <ac:picMkLst>
            <pc:docMk/>
            <pc:sldMk cId="50456606" sldId="266"/>
            <ac:picMk id="7" creationId="{D7104B44-4BFD-9A04-9DCD-A3F9CFD17563}"/>
          </ac:picMkLst>
        </pc:picChg>
        <pc:picChg chg="add mod">
          <ac:chgData name="Mario Martinez" userId="3a8698ea-445f-4751-a923-c95ba728fd8c" providerId="ADAL" clId="{99DFCF96-D897-45F6-99B9-7A50BC31839B}" dt="2023-02-14T19:16:38.181" v="3419"/>
          <ac:picMkLst>
            <pc:docMk/>
            <pc:sldMk cId="50456606" sldId="266"/>
            <ac:picMk id="10" creationId="{14349B82-D2C3-614D-62F7-788A03F1DBB6}"/>
          </ac:picMkLst>
        </pc:picChg>
      </pc:sldChg>
      <pc:sldChg chg="addSp delSp modSp new mod">
        <pc:chgData name="Mario Martinez" userId="3a8698ea-445f-4751-a923-c95ba728fd8c" providerId="ADAL" clId="{99DFCF96-D897-45F6-99B9-7A50BC31839B}" dt="2023-02-15T03:28:49.002" v="3772" actId="1076"/>
        <pc:sldMkLst>
          <pc:docMk/>
          <pc:sldMk cId="437078298" sldId="267"/>
        </pc:sldMkLst>
        <pc:spChg chg="mod">
          <ac:chgData name="Mario Martinez" userId="3a8698ea-445f-4751-a923-c95ba728fd8c" providerId="ADAL" clId="{99DFCF96-D897-45F6-99B9-7A50BC31839B}" dt="2023-02-15T03:26:32.803" v="3751" actId="20577"/>
          <ac:spMkLst>
            <pc:docMk/>
            <pc:sldMk cId="437078298" sldId="267"/>
            <ac:spMk id="2" creationId="{D39C417D-4067-9DEA-5A73-6BBD3DB8CDB0}"/>
          </ac:spMkLst>
        </pc:spChg>
        <pc:spChg chg="del">
          <ac:chgData name="Mario Martinez" userId="3a8698ea-445f-4751-a923-c95ba728fd8c" providerId="ADAL" clId="{99DFCF96-D897-45F6-99B9-7A50BC31839B}" dt="2023-02-15T03:26:46.395" v="3752"/>
          <ac:spMkLst>
            <pc:docMk/>
            <pc:sldMk cId="437078298" sldId="267"/>
            <ac:spMk id="3" creationId="{367870AB-8F99-0CAC-2F27-64696235AA48}"/>
          </ac:spMkLst>
        </pc:spChg>
        <pc:spChg chg="mod">
          <ac:chgData name="Mario Martinez" userId="3a8698ea-445f-4751-a923-c95ba728fd8c" providerId="ADAL" clId="{99DFCF96-D897-45F6-99B9-7A50BC31839B}" dt="2023-02-15T03:26:29.654" v="3749"/>
          <ac:spMkLst>
            <pc:docMk/>
            <pc:sldMk cId="437078298" sldId="267"/>
            <ac:spMk id="4" creationId="{B8FD166D-A2DF-062B-B28D-C660851080FB}"/>
          </ac:spMkLst>
        </pc:spChg>
        <pc:spChg chg="add mod">
          <ac:chgData name="Mario Martinez" userId="3a8698ea-445f-4751-a923-c95ba728fd8c" providerId="ADAL" clId="{99DFCF96-D897-45F6-99B9-7A50BC31839B}" dt="2023-02-15T03:28:49.002" v="3772" actId="1076"/>
          <ac:spMkLst>
            <pc:docMk/>
            <pc:sldMk cId="437078298" sldId="267"/>
            <ac:spMk id="6" creationId="{76DA34B6-5CB2-0FAA-05DD-CB84E11690BD}"/>
          </ac:spMkLst>
        </pc:spChg>
        <pc:spChg chg="add mod">
          <ac:chgData name="Mario Martinez" userId="3a8698ea-445f-4751-a923-c95ba728fd8c" providerId="ADAL" clId="{99DFCF96-D897-45F6-99B9-7A50BC31839B}" dt="2023-02-15T03:28:40.921" v="3771" actId="1076"/>
          <ac:spMkLst>
            <pc:docMk/>
            <pc:sldMk cId="437078298" sldId="267"/>
            <ac:spMk id="7" creationId="{1D8972A0-4FDA-D257-66C9-931E94DE587C}"/>
          </ac:spMkLst>
        </pc:spChg>
        <pc:picChg chg="add mod">
          <ac:chgData name="Mario Martinez" userId="3a8698ea-445f-4751-a923-c95ba728fd8c" providerId="ADAL" clId="{99DFCF96-D897-45F6-99B9-7A50BC31839B}" dt="2023-02-15T03:28:08.108" v="3764" actId="1076"/>
          <ac:picMkLst>
            <pc:docMk/>
            <pc:sldMk cId="437078298" sldId="267"/>
            <ac:picMk id="5" creationId="{7C353984-BDEC-3A52-A9BA-C561DB8D9E8E}"/>
          </ac:picMkLst>
        </pc:picChg>
      </pc:sldChg>
      <pc:sldChg chg="new del">
        <pc:chgData name="Mario Martinez" userId="3a8698ea-445f-4751-a923-c95ba728fd8c" providerId="ADAL" clId="{99DFCF96-D897-45F6-99B9-7A50BC31839B}" dt="2023-02-15T03:29:28.005" v="3776" actId="680"/>
        <pc:sldMkLst>
          <pc:docMk/>
          <pc:sldMk cId="2352620815" sldId="268"/>
        </pc:sldMkLst>
      </pc:sldChg>
      <pc:sldChg chg="add del">
        <pc:chgData name="Mario Martinez" userId="3a8698ea-445f-4751-a923-c95ba728fd8c" providerId="ADAL" clId="{99DFCF96-D897-45F6-99B9-7A50BC31839B}" dt="2023-02-15T03:29:19.517" v="3774" actId="47"/>
        <pc:sldMkLst>
          <pc:docMk/>
          <pc:sldMk cId="2551276284" sldId="268"/>
        </pc:sldMkLst>
      </pc:sldChg>
      <pc:sldChg chg="addSp delSp modSp new mod">
        <pc:chgData name="Mario Martinez" userId="3a8698ea-445f-4751-a923-c95ba728fd8c" providerId="ADAL" clId="{99DFCF96-D897-45F6-99B9-7A50BC31839B}" dt="2023-02-15T03:31:42.517" v="3809" actId="1076"/>
        <pc:sldMkLst>
          <pc:docMk/>
          <pc:sldMk cId="2761956789" sldId="268"/>
        </pc:sldMkLst>
        <pc:spChg chg="mod">
          <ac:chgData name="Mario Martinez" userId="3a8698ea-445f-4751-a923-c95ba728fd8c" providerId="ADAL" clId="{99DFCF96-D897-45F6-99B9-7A50BC31839B}" dt="2023-02-15T03:30:24.629" v="3797" actId="313"/>
          <ac:spMkLst>
            <pc:docMk/>
            <pc:sldMk cId="2761956789" sldId="268"/>
            <ac:spMk id="2" creationId="{414F4AEF-93C3-F599-48F4-53EB2B4A3494}"/>
          </ac:spMkLst>
        </pc:spChg>
        <pc:spChg chg="del">
          <ac:chgData name="Mario Martinez" userId="3a8698ea-445f-4751-a923-c95ba728fd8c" providerId="ADAL" clId="{99DFCF96-D897-45F6-99B9-7A50BC31839B}" dt="2023-02-15T03:30:38.797" v="3798"/>
          <ac:spMkLst>
            <pc:docMk/>
            <pc:sldMk cId="2761956789" sldId="268"/>
            <ac:spMk id="3" creationId="{D6920B0A-9AB2-9D3F-DBD4-739A36B392D8}"/>
          </ac:spMkLst>
        </pc:spChg>
        <pc:spChg chg="mod">
          <ac:chgData name="Mario Martinez" userId="3a8698ea-445f-4751-a923-c95ba728fd8c" providerId="ADAL" clId="{99DFCF96-D897-45F6-99B9-7A50BC31839B}" dt="2023-02-15T03:29:38.871" v="3778"/>
          <ac:spMkLst>
            <pc:docMk/>
            <pc:sldMk cId="2761956789" sldId="268"/>
            <ac:spMk id="4" creationId="{F38B83D7-1B0D-23CE-217F-88C5DAC2AAB3}"/>
          </ac:spMkLst>
        </pc:spChg>
        <pc:spChg chg="add del mod">
          <ac:chgData name="Mario Martinez" userId="3a8698ea-445f-4751-a923-c95ba728fd8c" providerId="ADAL" clId="{99DFCF96-D897-45F6-99B9-7A50BC31839B}" dt="2023-02-15T03:30:57.463" v="3800"/>
          <ac:spMkLst>
            <pc:docMk/>
            <pc:sldMk cId="2761956789" sldId="268"/>
            <ac:spMk id="7" creationId="{1A7EC2E9-F3C8-364D-0F5A-B690EA3C160E}"/>
          </ac:spMkLst>
        </pc:spChg>
        <pc:spChg chg="add mod">
          <ac:chgData name="Mario Martinez" userId="3a8698ea-445f-4751-a923-c95ba728fd8c" providerId="ADAL" clId="{99DFCF96-D897-45F6-99B9-7A50BC31839B}" dt="2023-02-15T03:31:42.517" v="3809" actId="1076"/>
          <ac:spMkLst>
            <pc:docMk/>
            <pc:sldMk cId="2761956789" sldId="268"/>
            <ac:spMk id="9" creationId="{3BE854A7-A841-0FD2-1729-3C4745957D9C}"/>
          </ac:spMkLst>
        </pc:spChg>
        <pc:picChg chg="add del mod">
          <ac:chgData name="Mario Martinez" userId="3a8698ea-445f-4751-a923-c95ba728fd8c" providerId="ADAL" clId="{99DFCF96-D897-45F6-99B9-7A50BC31839B}" dt="2023-02-15T03:30:43.075" v="3799" actId="478"/>
          <ac:picMkLst>
            <pc:docMk/>
            <pc:sldMk cId="2761956789" sldId="268"/>
            <ac:picMk id="5" creationId="{7AEC8328-A1D5-A58A-46AC-1E4E8F5B766D}"/>
          </ac:picMkLst>
        </pc:picChg>
        <pc:picChg chg="add mod">
          <ac:chgData name="Mario Martinez" userId="3a8698ea-445f-4751-a923-c95ba728fd8c" providerId="ADAL" clId="{99DFCF96-D897-45F6-99B9-7A50BC31839B}" dt="2023-02-15T03:30:57.463" v="3800"/>
          <ac:picMkLst>
            <pc:docMk/>
            <pc:sldMk cId="2761956789" sldId="268"/>
            <ac:picMk id="8" creationId="{759E545C-C7A3-7BA5-AEF8-DE32650B5604}"/>
          </ac:picMkLst>
        </pc:picChg>
      </pc:sldChg>
      <pc:sldChg chg="addSp modSp new mod">
        <pc:chgData name="Mario Martinez" userId="3a8698ea-445f-4751-a923-c95ba728fd8c" providerId="ADAL" clId="{99DFCF96-D897-45F6-99B9-7A50BC31839B}" dt="2023-02-15T03:35:53.975" v="3874" actId="1076"/>
        <pc:sldMkLst>
          <pc:docMk/>
          <pc:sldMk cId="708894835" sldId="269"/>
        </pc:sldMkLst>
        <pc:spChg chg="mod">
          <ac:chgData name="Mario Martinez" userId="3a8698ea-445f-4751-a923-c95ba728fd8c" providerId="ADAL" clId="{99DFCF96-D897-45F6-99B9-7A50BC31839B}" dt="2023-02-15T03:33:31.886" v="3836" actId="20577"/>
          <ac:spMkLst>
            <pc:docMk/>
            <pc:sldMk cId="708894835" sldId="269"/>
            <ac:spMk id="2" creationId="{9F21A0BC-AA5B-6FE5-8249-3B95C55F596E}"/>
          </ac:spMkLst>
        </pc:spChg>
        <pc:spChg chg="mod">
          <ac:chgData name="Mario Martinez" userId="3a8698ea-445f-4751-a923-c95ba728fd8c" providerId="ADAL" clId="{99DFCF96-D897-45F6-99B9-7A50BC31839B}" dt="2023-02-15T03:34:42.312" v="3872" actId="2710"/>
          <ac:spMkLst>
            <pc:docMk/>
            <pc:sldMk cId="708894835" sldId="269"/>
            <ac:spMk id="3" creationId="{AE1539F9-D9F6-B5FF-9704-34C008CD701D}"/>
          </ac:spMkLst>
        </pc:spChg>
        <pc:spChg chg="mod">
          <ac:chgData name="Mario Martinez" userId="3a8698ea-445f-4751-a923-c95ba728fd8c" providerId="ADAL" clId="{99DFCF96-D897-45F6-99B9-7A50BC31839B}" dt="2023-02-15T03:34:00.182" v="3867" actId="20577"/>
          <ac:spMkLst>
            <pc:docMk/>
            <pc:sldMk cId="708894835" sldId="269"/>
            <ac:spMk id="4" creationId="{B36AC491-ED7A-A6D2-5344-2647943C26E4}"/>
          </ac:spMkLst>
        </pc:spChg>
        <pc:picChg chg="add mod">
          <ac:chgData name="Mario Martinez" userId="3a8698ea-445f-4751-a923-c95ba728fd8c" providerId="ADAL" clId="{99DFCF96-D897-45F6-99B9-7A50BC31839B}" dt="2023-02-15T03:35:53.975" v="3874" actId="1076"/>
          <ac:picMkLst>
            <pc:docMk/>
            <pc:sldMk cId="708894835" sldId="269"/>
            <ac:picMk id="5" creationId="{FAA33B4B-29A5-09F2-AF3A-A7472F69F081}"/>
          </ac:picMkLst>
        </pc:picChg>
      </pc:sldChg>
      <pc:sldChg chg="new del">
        <pc:chgData name="Mario Martinez" userId="3a8698ea-445f-4751-a923-c95ba728fd8c" providerId="ADAL" clId="{99DFCF96-D897-45F6-99B9-7A50BC31839B}" dt="2023-02-19T05:15:13.244" v="3880" actId="47"/>
        <pc:sldMkLst>
          <pc:docMk/>
          <pc:sldMk cId="761150501" sldId="270"/>
        </pc:sldMkLst>
      </pc:sldChg>
      <pc:sldChg chg="add">
        <pc:chgData name="Mario Martinez" userId="3a8698ea-445f-4751-a923-c95ba728fd8c" providerId="ADAL" clId="{99DFCF96-D897-45F6-99B9-7A50BC31839B}" dt="2023-02-19T05:15:11.078" v="3879"/>
        <pc:sldMkLst>
          <pc:docMk/>
          <pc:sldMk cId="235026251" sldId="297"/>
        </pc:sldMkLst>
      </pc:sldChg>
      <pc:sldChg chg="add">
        <pc:chgData name="Mario Martinez" userId="3a8698ea-445f-4751-a923-c95ba728fd8c" providerId="ADAL" clId="{99DFCF96-D897-45F6-99B9-7A50BC31839B}" dt="2023-02-19T05:15:11.078" v="3879"/>
        <pc:sldMkLst>
          <pc:docMk/>
          <pc:sldMk cId="2430286363" sldId="298"/>
        </pc:sldMkLst>
      </pc:sldChg>
    </pc:docChg>
  </pc:docChgLst>
  <pc:docChgLst>
    <pc:chgData name="Mario Martinez" userId="3a8698ea-445f-4751-a923-c95ba728fd8c" providerId="ADAL" clId="{E958E3BC-45A4-4008-8CD7-C174601B4769}"/>
    <pc:docChg chg="undo custSel modSld">
      <pc:chgData name="Mario Martinez" userId="3a8698ea-445f-4751-a923-c95ba728fd8c" providerId="ADAL" clId="{E958E3BC-45A4-4008-8CD7-C174601B4769}" dt="2023-08-28T13:45:49.293" v="2" actId="14826"/>
      <pc:docMkLst>
        <pc:docMk/>
      </pc:docMkLst>
      <pc:sldChg chg="addSp delSp modSp mod">
        <pc:chgData name="Mario Martinez" userId="3a8698ea-445f-4751-a923-c95ba728fd8c" providerId="ADAL" clId="{E958E3BC-45A4-4008-8CD7-C174601B4769}" dt="2023-08-28T13:45:49.293" v="2" actId="14826"/>
        <pc:sldMkLst>
          <pc:docMk/>
          <pc:sldMk cId="1904753741" sldId="260"/>
        </pc:sldMkLst>
        <pc:spChg chg="add del mod">
          <ac:chgData name="Mario Martinez" userId="3a8698ea-445f-4751-a923-c95ba728fd8c" providerId="ADAL" clId="{E958E3BC-45A4-4008-8CD7-C174601B4769}" dt="2023-08-28T13:45:46.499" v="1" actId="478"/>
          <ac:spMkLst>
            <pc:docMk/>
            <pc:sldMk cId="1904753741" sldId="260"/>
            <ac:spMk id="5" creationId="{04727BB9-9E74-71C4-EBF6-642F93FF81F3}"/>
          </ac:spMkLst>
        </pc:spChg>
        <pc:picChg chg="add del mod">
          <ac:chgData name="Mario Martinez" userId="3a8698ea-445f-4751-a923-c95ba728fd8c" providerId="ADAL" clId="{E958E3BC-45A4-4008-8CD7-C174601B4769}" dt="2023-08-28T13:45:49.293" v="2" actId="14826"/>
          <ac:picMkLst>
            <pc:docMk/>
            <pc:sldMk cId="1904753741" sldId="260"/>
            <ac:picMk id="27" creationId="{EAD1FE70-65B4-A14A-D4F5-99021182CE49}"/>
          </ac:picMkLst>
        </pc:picChg>
      </pc:sldChg>
    </pc:docChg>
  </pc:docChgLst>
  <pc:docChgLst>
    <pc:chgData name="Mario Martinez" userId="3a8698ea-445f-4751-a923-c95ba728fd8c" providerId="ADAL" clId="{0BF4260A-6852-41E2-BD58-2A09AD080A62}"/>
    <pc:docChg chg="undo redo custSel addSld modSld sldOrd">
      <pc:chgData name="Mario Martinez" userId="3a8698ea-445f-4751-a923-c95ba728fd8c" providerId="ADAL" clId="{0BF4260A-6852-41E2-BD58-2A09AD080A62}" dt="2023-03-06T12:43:36.447" v="1584"/>
      <pc:docMkLst>
        <pc:docMk/>
      </pc:docMkLst>
      <pc:sldChg chg="addSp delSp modSp add mod">
        <pc:chgData name="Mario Martinez" userId="3a8698ea-445f-4751-a923-c95ba728fd8c" providerId="ADAL" clId="{0BF4260A-6852-41E2-BD58-2A09AD080A62}" dt="2023-02-27T04:51:36.016" v="91" actId="113"/>
        <pc:sldMkLst>
          <pc:docMk/>
          <pc:sldMk cId="1407474297" sldId="299"/>
        </pc:sldMkLst>
        <pc:spChg chg="mod">
          <ac:chgData name="Mario Martinez" userId="3a8698ea-445f-4751-a923-c95ba728fd8c" providerId="ADAL" clId="{0BF4260A-6852-41E2-BD58-2A09AD080A62}" dt="2023-02-27T04:51:36.016" v="91" actId="113"/>
          <ac:spMkLst>
            <pc:docMk/>
            <pc:sldMk cId="1407474297" sldId="299"/>
            <ac:spMk id="2" creationId="{9F21A0BC-AA5B-6FE5-8249-3B95C55F596E}"/>
          </ac:spMkLst>
        </pc:spChg>
        <pc:spChg chg="del mod">
          <ac:chgData name="Mario Martinez" userId="3a8698ea-445f-4751-a923-c95ba728fd8c" providerId="ADAL" clId="{0BF4260A-6852-41E2-BD58-2A09AD080A62}" dt="2023-02-27T04:48:36.476" v="66"/>
          <ac:spMkLst>
            <pc:docMk/>
            <pc:sldMk cId="1407474297" sldId="299"/>
            <ac:spMk id="3" creationId="{AE1539F9-D9F6-B5FF-9704-34C008CD701D}"/>
          </ac:spMkLst>
        </pc:spChg>
        <pc:spChg chg="mod">
          <ac:chgData name="Mario Martinez" userId="3a8698ea-445f-4751-a923-c95ba728fd8c" providerId="ADAL" clId="{0BF4260A-6852-41E2-BD58-2A09AD080A62}" dt="2023-02-27T04:43:45.346" v="10" actId="20577"/>
          <ac:spMkLst>
            <pc:docMk/>
            <pc:sldMk cId="1407474297" sldId="299"/>
            <ac:spMk id="4" creationId="{B36AC491-ED7A-A6D2-5344-2647943C26E4}"/>
          </ac:spMkLst>
        </pc:spChg>
        <pc:spChg chg="add del mod">
          <ac:chgData name="Mario Martinez" userId="3a8698ea-445f-4751-a923-c95ba728fd8c" providerId="ADAL" clId="{0BF4260A-6852-41E2-BD58-2A09AD080A62}" dt="2023-02-27T04:48:33.828" v="65"/>
          <ac:spMkLst>
            <pc:docMk/>
            <pc:sldMk cId="1407474297" sldId="299"/>
            <ac:spMk id="8" creationId="{24B756A2-23F3-7DA8-ADEC-EFA72DB2ED62}"/>
          </ac:spMkLst>
        </pc:spChg>
        <pc:spChg chg="add del mod">
          <ac:chgData name="Mario Martinez" userId="3a8698ea-445f-4751-a923-c95ba728fd8c" providerId="ADAL" clId="{0BF4260A-6852-41E2-BD58-2A09AD080A62}" dt="2023-02-27T04:48:33.828" v="65"/>
          <ac:spMkLst>
            <pc:docMk/>
            <pc:sldMk cId="1407474297" sldId="299"/>
            <ac:spMk id="9" creationId="{C3D77EE2-DAC9-325C-81CF-1375DDFAE297}"/>
          </ac:spMkLst>
        </pc:spChg>
        <pc:picChg chg="del">
          <ac:chgData name="Mario Martinez" userId="3a8698ea-445f-4751-a923-c95ba728fd8c" providerId="ADAL" clId="{0BF4260A-6852-41E2-BD58-2A09AD080A62}" dt="2023-02-27T04:48:21.872" v="62" actId="478"/>
          <ac:picMkLst>
            <pc:docMk/>
            <pc:sldMk cId="1407474297" sldId="299"/>
            <ac:picMk id="5" creationId="{FAA33B4B-29A5-09F2-AF3A-A7472F69F081}"/>
          </ac:picMkLst>
        </pc:picChg>
        <pc:picChg chg="add del mod">
          <ac:chgData name="Mario Martinez" userId="3a8698ea-445f-4751-a923-c95ba728fd8c" providerId="ADAL" clId="{0BF4260A-6852-41E2-BD58-2A09AD080A62}" dt="2023-02-27T04:48:33.828" v="65"/>
          <ac:picMkLst>
            <pc:docMk/>
            <pc:sldMk cId="1407474297" sldId="299"/>
            <ac:picMk id="6" creationId="{76A5AE90-582D-FE00-CC49-343DA9529B6E}"/>
          </ac:picMkLst>
        </pc:picChg>
        <pc:picChg chg="add del mod">
          <ac:chgData name="Mario Martinez" userId="3a8698ea-445f-4751-a923-c95ba728fd8c" providerId="ADAL" clId="{0BF4260A-6852-41E2-BD58-2A09AD080A62}" dt="2023-02-27T04:48:33.828" v="65"/>
          <ac:picMkLst>
            <pc:docMk/>
            <pc:sldMk cId="1407474297" sldId="299"/>
            <ac:picMk id="7" creationId="{6030F143-E15B-4195-9BBA-2562BEE8EAAC}"/>
          </ac:picMkLst>
        </pc:picChg>
        <pc:picChg chg="add del mod">
          <ac:chgData name="Mario Martinez" userId="3a8698ea-445f-4751-a923-c95ba728fd8c" providerId="ADAL" clId="{0BF4260A-6852-41E2-BD58-2A09AD080A62}" dt="2023-02-27T04:48:33.828" v="65"/>
          <ac:picMkLst>
            <pc:docMk/>
            <pc:sldMk cId="1407474297" sldId="299"/>
            <ac:picMk id="10" creationId="{C7F3CB77-4FA6-722F-03D4-BC1D14A40CDA}"/>
          </ac:picMkLst>
        </pc:picChg>
        <pc:picChg chg="add mod">
          <ac:chgData name="Mario Martinez" userId="3a8698ea-445f-4751-a923-c95ba728fd8c" providerId="ADAL" clId="{0BF4260A-6852-41E2-BD58-2A09AD080A62}" dt="2023-02-27T04:48:36.476" v="66"/>
          <ac:picMkLst>
            <pc:docMk/>
            <pc:sldMk cId="1407474297" sldId="299"/>
            <ac:picMk id="11" creationId="{873ED8DF-7D55-B460-92C0-85B309D8755C}"/>
          </ac:picMkLst>
        </pc:picChg>
      </pc:sldChg>
      <pc:sldChg chg="addSp delSp modSp add mod">
        <pc:chgData name="Mario Martinez" userId="3a8698ea-445f-4751-a923-c95ba728fd8c" providerId="ADAL" clId="{0BF4260A-6852-41E2-BD58-2A09AD080A62}" dt="2023-02-27T04:51:56.236" v="93" actId="14100"/>
        <pc:sldMkLst>
          <pc:docMk/>
          <pc:sldMk cId="1525734594" sldId="300"/>
        </pc:sldMkLst>
        <pc:spChg chg="mod">
          <ac:chgData name="Mario Martinez" userId="3a8698ea-445f-4751-a923-c95ba728fd8c" providerId="ADAL" clId="{0BF4260A-6852-41E2-BD58-2A09AD080A62}" dt="2023-02-27T04:51:56.236" v="93" actId="14100"/>
          <ac:spMkLst>
            <pc:docMk/>
            <pc:sldMk cId="1525734594" sldId="300"/>
            <ac:spMk id="2" creationId="{9F21A0BC-AA5B-6FE5-8249-3B95C55F596E}"/>
          </ac:spMkLst>
        </pc:spChg>
        <pc:spChg chg="del mod">
          <ac:chgData name="Mario Martinez" userId="3a8698ea-445f-4751-a923-c95ba728fd8c" providerId="ADAL" clId="{0BF4260A-6852-41E2-BD58-2A09AD080A62}" dt="2023-02-27T04:46:22.258" v="51"/>
          <ac:spMkLst>
            <pc:docMk/>
            <pc:sldMk cId="1525734594" sldId="300"/>
            <ac:spMk id="3" creationId="{AE1539F9-D9F6-B5FF-9704-34C008CD701D}"/>
          </ac:spMkLst>
        </pc:spChg>
        <pc:spChg chg="mod">
          <ac:chgData name="Mario Martinez" userId="3a8698ea-445f-4751-a923-c95ba728fd8c" providerId="ADAL" clId="{0BF4260A-6852-41E2-BD58-2A09AD080A62}" dt="2023-02-27T04:45:22.878" v="40" actId="20577"/>
          <ac:spMkLst>
            <pc:docMk/>
            <pc:sldMk cId="1525734594" sldId="300"/>
            <ac:spMk id="4" creationId="{B36AC491-ED7A-A6D2-5344-2647943C26E4}"/>
          </ac:spMkLst>
        </pc:spChg>
        <pc:picChg chg="del">
          <ac:chgData name="Mario Martinez" userId="3a8698ea-445f-4751-a923-c95ba728fd8c" providerId="ADAL" clId="{0BF4260A-6852-41E2-BD58-2A09AD080A62}" dt="2023-02-27T04:46:13.056" v="50" actId="478"/>
          <ac:picMkLst>
            <pc:docMk/>
            <pc:sldMk cId="1525734594" sldId="300"/>
            <ac:picMk id="5" creationId="{FAA33B4B-29A5-09F2-AF3A-A7472F69F081}"/>
          </ac:picMkLst>
        </pc:picChg>
        <pc:picChg chg="add mod">
          <ac:chgData name="Mario Martinez" userId="3a8698ea-445f-4751-a923-c95ba728fd8c" providerId="ADAL" clId="{0BF4260A-6852-41E2-BD58-2A09AD080A62}" dt="2023-02-27T04:46:22.258" v="51"/>
          <ac:picMkLst>
            <pc:docMk/>
            <pc:sldMk cId="1525734594" sldId="300"/>
            <ac:picMk id="6" creationId="{5867A0BC-FE47-857E-59E3-6835D8BC1B7E}"/>
          </ac:picMkLst>
        </pc:picChg>
      </pc:sldChg>
      <pc:sldChg chg="addSp delSp modSp add mod">
        <pc:chgData name="Mario Martinez" userId="3a8698ea-445f-4751-a923-c95ba728fd8c" providerId="ADAL" clId="{0BF4260A-6852-41E2-BD58-2A09AD080A62}" dt="2023-03-06T11:58:12.117" v="695" actId="20577"/>
        <pc:sldMkLst>
          <pc:docMk/>
          <pc:sldMk cId="1124642982" sldId="301"/>
        </pc:sldMkLst>
        <pc:spChg chg="mod">
          <ac:chgData name="Mario Martinez" userId="3a8698ea-445f-4751-a923-c95ba728fd8c" providerId="ADAL" clId="{0BF4260A-6852-41E2-BD58-2A09AD080A62}" dt="2023-03-06T11:58:12.117" v="695" actId="20577"/>
          <ac:spMkLst>
            <pc:docMk/>
            <pc:sldMk cId="1124642982" sldId="301"/>
            <ac:spMk id="2" creationId="{9F21A0BC-AA5B-6FE5-8249-3B95C55F596E}"/>
          </ac:spMkLst>
        </pc:spChg>
        <pc:spChg chg="add del mod">
          <ac:chgData name="Mario Martinez" userId="3a8698ea-445f-4751-a923-c95ba728fd8c" providerId="ADAL" clId="{0BF4260A-6852-41E2-BD58-2A09AD080A62}" dt="2023-02-27T04:50:32.448" v="87"/>
          <ac:spMkLst>
            <pc:docMk/>
            <pc:sldMk cId="1124642982" sldId="301"/>
            <ac:spMk id="5" creationId="{A36D21F9-7B00-25D0-509A-E226EB7967D4}"/>
          </ac:spMkLst>
        </pc:spChg>
        <pc:spChg chg="add del mod">
          <ac:chgData name="Mario Martinez" userId="3a8698ea-445f-4751-a923-c95ba728fd8c" providerId="ADAL" clId="{0BF4260A-6852-41E2-BD58-2A09AD080A62}" dt="2023-02-27T04:50:50.358" v="89"/>
          <ac:spMkLst>
            <pc:docMk/>
            <pc:sldMk cId="1124642982" sldId="301"/>
            <ac:spMk id="8" creationId="{8C838B19-52F7-526F-3113-AD0E13D5C6B5}"/>
          </ac:spMkLst>
        </pc:spChg>
        <pc:picChg chg="add del mod">
          <ac:chgData name="Mario Martinez" userId="3a8698ea-445f-4751-a923-c95ba728fd8c" providerId="ADAL" clId="{0BF4260A-6852-41E2-BD58-2A09AD080A62}" dt="2023-02-27T04:50:41.137" v="88" actId="478"/>
          <ac:picMkLst>
            <pc:docMk/>
            <pc:sldMk cId="1124642982" sldId="301"/>
            <ac:picMk id="6" creationId="{655B7405-64A5-425D-A952-8DF47CB864A8}"/>
          </ac:picMkLst>
        </pc:picChg>
        <pc:picChg chg="add mod">
          <ac:chgData name="Mario Martinez" userId="3a8698ea-445f-4751-a923-c95ba728fd8c" providerId="ADAL" clId="{0BF4260A-6852-41E2-BD58-2A09AD080A62}" dt="2023-02-27T04:50:50.358" v="89"/>
          <ac:picMkLst>
            <pc:docMk/>
            <pc:sldMk cId="1124642982" sldId="301"/>
            <ac:picMk id="9" creationId="{E275ED1E-2415-48A6-01D3-A2C5164D3EB0}"/>
          </ac:picMkLst>
        </pc:picChg>
        <pc:picChg chg="del">
          <ac:chgData name="Mario Martinez" userId="3a8698ea-445f-4751-a923-c95ba728fd8c" providerId="ADAL" clId="{0BF4260A-6852-41E2-BD58-2A09AD080A62}" dt="2023-02-27T04:50:29.595" v="86" actId="478"/>
          <ac:picMkLst>
            <pc:docMk/>
            <pc:sldMk cId="1124642982" sldId="301"/>
            <ac:picMk id="11" creationId="{873ED8DF-7D55-B460-92C0-85B309D8755C}"/>
          </ac:picMkLst>
        </pc:picChg>
      </pc:sldChg>
      <pc:sldChg chg="addSp delSp modSp add mod">
        <pc:chgData name="Mario Martinez" userId="3a8698ea-445f-4751-a923-c95ba728fd8c" providerId="ADAL" clId="{0BF4260A-6852-41E2-BD58-2A09AD080A62}" dt="2023-03-06T12:43:36.447" v="1584"/>
        <pc:sldMkLst>
          <pc:docMk/>
          <pc:sldMk cId="193729824" sldId="302"/>
        </pc:sldMkLst>
        <pc:spChg chg="mod">
          <ac:chgData name="Mario Martinez" userId="3a8698ea-445f-4751-a923-c95ba728fd8c" providerId="ADAL" clId="{0BF4260A-6852-41E2-BD58-2A09AD080A62}" dt="2023-03-06T12:41:49.143" v="1582" actId="20577"/>
          <ac:spMkLst>
            <pc:docMk/>
            <pc:sldMk cId="193729824" sldId="302"/>
            <ac:spMk id="2" creationId="{9F21A0BC-AA5B-6FE5-8249-3B95C55F596E}"/>
          </ac:spMkLst>
        </pc:spChg>
        <pc:spChg chg="add del mod">
          <ac:chgData name="Mario Martinez" userId="3a8698ea-445f-4751-a923-c95ba728fd8c" providerId="ADAL" clId="{0BF4260A-6852-41E2-BD58-2A09AD080A62}" dt="2023-03-06T12:29:58.393" v="904"/>
          <ac:spMkLst>
            <pc:docMk/>
            <pc:sldMk cId="193729824" sldId="302"/>
            <ac:spMk id="5" creationId="{171A954C-DA6A-F711-80F5-34DE759AAC37}"/>
          </ac:spMkLst>
        </pc:spChg>
        <pc:spChg chg="add del mod">
          <ac:chgData name="Mario Martinez" userId="3a8698ea-445f-4751-a923-c95ba728fd8c" providerId="ADAL" clId="{0BF4260A-6852-41E2-BD58-2A09AD080A62}" dt="2023-03-06T12:43:36.447" v="1584"/>
          <ac:spMkLst>
            <pc:docMk/>
            <pc:sldMk cId="193729824" sldId="302"/>
            <ac:spMk id="5" creationId="{1E53A5E8-4000-433A-9B6F-F3E076FB6253}"/>
          </ac:spMkLst>
        </pc:spChg>
        <pc:picChg chg="add del mod">
          <ac:chgData name="Mario Martinez" userId="3a8698ea-445f-4751-a923-c95ba728fd8c" providerId="ADAL" clId="{0BF4260A-6852-41E2-BD58-2A09AD080A62}" dt="2023-03-06T12:43:33.145" v="1583" actId="478"/>
          <ac:picMkLst>
            <pc:docMk/>
            <pc:sldMk cId="193729824" sldId="302"/>
            <ac:picMk id="6" creationId="{55C4D4AE-A756-682E-AC3B-DEEDB7465AED}"/>
          </ac:picMkLst>
        </pc:picChg>
        <pc:picChg chg="add mod">
          <ac:chgData name="Mario Martinez" userId="3a8698ea-445f-4751-a923-c95ba728fd8c" providerId="ADAL" clId="{0BF4260A-6852-41E2-BD58-2A09AD080A62}" dt="2023-03-06T12:43:36.447" v="1584"/>
          <ac:picMkLst>
            <pc:docMk/>
            <pc:sldMk cId="193729824" sldId="302"/>
            <ac:picMk id="7" creationId="{E872AA00-0F4F-7526-B686-79416A787709}"/>
          </ac:picMkLst>
        </pc:picChg>
        <pc:picChg chg="del">
          <ac:chgData name="Mario Martinez" userId="3a8698ea-445f-4751-a923-c95ba728fd8c" providerId="ADAL" clId="{0BF4260A-6852-41E2-BD58-2A09AD080A62}" dt="2023-03-06T12:29:55.274" v="903" actId="478"/>
          <ac:picMkLst>
            <pc:docMk/>
            <pc:sldMk cId="193729824" sldId="302"/>
            <ac:picMk id="9" creationId="{E275ED1E-2415-48A6-01D3-A2C5164D3EB0}"/>
          </ac:picMkLst>
        </pc:picChg>
      </pc:sldChg>
      <pc:sldChg chg="modSp add mod ord">
        <pc:chgData name="Mario Martinez" userId="3a8698ea-445f-4751-a923-c95ba728fd8c" providerId="ADAL" clId="{0BF4260A-6852-41E2-BD58-2A09AD080A62}" dt="2023-03-06T12:40:35.188" v="1371"/>
        <pc:sldMkLst>
          <pc:docMk/>
          <pc:sldMk cId="3585344270" sldId="303"/>
        </pc:sldMkLst>
        <pc:spChg chg="mod">
          <ac:chgData name="Mario Martinez" userId="3a8698ea-445f-4751-a923-c95ba728fd8c" providerId="ADAL" clId="{0BF4260A-6852-41E2-BD58-2A09AD080A62}" dt="2023-03-06T12:40:23.852" v="1369" actId="20577"/>
          <ac:spMkLst>
            <pc:docMk/>
            <pc:sldMk cId="3585344270" sldId="303"/>
            <ac:spMk id="2" creationId="{9F21A0BC-AA5B-6FE5-8249-3B95C55F596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DD5C03-6696-4C63-90E4-0F59150FF094}" type="datetimeFigureOut">
              <a:rPr lang="en-GB" smtClean="0"/>
              <a:t>04/10/2026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C85C842-F78E-4E7B-9FC8-810B7E741EB0}" type="slidenum">
              <a:rPr lang="en-GB" smtClean="0"/>
              <a:t>‹#›</a:t>
            </a:fld>
            <a:endParaRPr lang="en-GB"/>
          </a:p>
        </p:txBody>
      </p:sp>
    </p:spTree>
    <p:extLst>
      <p:ext uri="{BB962C8B-B14F-4D97-AF65-F5344CB8AC3E}">
        <p14:creationId xmlns:p14="http://schemas.microsoft.com/office/powerpoint/2010/main" val="27579563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21324709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297861315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Simple Blue 1">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07E53C0-197E-4E39-3DF4-192264592964}"/>
              </a:ext>
            </a:extLst>
          </p:cNvPr>
          <p:cNvPicPr>
            <a:picLocks noChangeAspect="1"/>
          </p:cNvPicPr>
          <p:nvPr userDrawn="1"/>
        </p:nvPicPr>
        <p:blipFill>
          <a:blip r:embed="rId2" cstate="hqprint">
            <a:extLst>
              <a:ext uri="{28A0092B-C50C-407E-A947-70E740481C1C}">
                <a14:useLocalDpi xmlns:a14="http://schemas.microsoft.com/office/drawing/2010/main" val="0"/>
              </a:ext>
            </a:extLst>
          </a:blip>
          <a:srcRect/>
          <a:stretch/>
        </p:blipFill>
        <p:spPr>
          <a:xfrm>
            <a:off x="9475992" y="566709"/>
            <a:ext cx="2528178" cy="783735"/>
          </a:xfrm>
          <a:prstGeom prst="rect">
            <a:avLst/>
          </a:prstGeom>
        </p:spPr>
      </p:pic>
      <p:pic>
        <p:nvPicPr>
          <p:cNvPr id="8" name="Picture 7" descr="Logo&#10;&#10;Description automatically generated">
            <a:extLst>
              <a:ext uri="{FF2B5EF4-FFF2-40B4-BE49-F238E27FC236}">
                <a16:creationId xmlns:a16="http://schemas.microsoft.com/office/drawing/2014/main" id="{14084F6E-C402-E001-B8A3-477D91DB623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87830" y="136524"/>
            <a:ext cx="1655762" cy="1655762"/>
          </a:xfrm>
          <a:prstGeom prst="rect">
            <a:avLst/>
          </a:prstGeom>
        </p:spPr>
      </p:pic>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1524000" y="1122363"/>
            <a:ext cx="9144000" cy="2387600"/>
          </a:xfrm>
        </p:spPr>
        <p:txBody>
          <a:bodyPr anchor="b"/>
          <a:lstStyle>
            <a:lvl1pPr algn="ctr">
              <a:defRPr sz="6000" spc="150" baseline="0">
                <a:solidFill>
                  <a:srgbClr val="00B0F0"/>
                </a:solidFill>
                <a:latin typeface="Nexa Bold" panose="02000000000000000000" pitchFamily="50" charset="0"/>
              </a:defRPr>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1524000" y="3602038"/>
            <a:ext cx="9144000" cy="1655762"/>
          </a:xfrm>
        </p:spPr>
        <p:txBody>
          <a:bodyPr/>
          <a:lstStyle>
            <a:lvl1pPr marL="0" indent="0" algn="ctr">
              <a:buNone/>
              <a:defRPr sz="2400"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
        <p:nvSpPr>
          <p:cNvPr id="4" name="Date Placeholder 3">
            <a:extLst>
              <a:ext uri="{FF2B5EF4-FFF2-40B4-BE49-F238E27FC236}">
                <a16:creationId xmlns:a16="http://schemas.microsoft.com/office/drawing/2014/main" id="{22466F76-74B9-E616-003F-9F12067748CE}"/>
              </a:ext>
            </a:extLst>
          </p:cNvPr>
          <p:cNvSpPr>
            <a:spLocks noGrp="1"/>
          </p:cNvSpPr>
          <p:nvPr>
            <p:ph type="dt" sz="half" idx="10"/>
          </p:nvPr>
        </p:nvSpPr>
        <p:spPr/>
        <p:txBody>
          <a:bodyPr/>
          <a:lstStyle/>
          <a:p>
            <a:fld id="{28E8D346-A915-4882-A510-80C55F2B0290}" type="datetimeFigureOut">
              <a:rPr lang="en-GB" smtClean="0"/>
              <a:t>04/10/2026</a:t>
            </a:fld>
            <a:endParaRPr lang="en-GB"/>
          </a:p>
        </p:txBody>
      </p:sp>
      <p:sp>
        <p:nvSpPr>
          <p:cNvPr id="5" name="Footer Placeholder 4">
            <a:extLst>
              <a:ext uri="{FF2B5EF4-FFF2-40B4-BE49-F238E27FC236}">
                <a16:creationId xmlns:a16="http://schemas.microsoft.com/office/drawing/2014/main" id="{AFA85831-62F6-248F-2536-5365792A8E9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23824EA-FB57-AA42-CC47-1070218757B3}"/>
              </a:ext>
            </a:extLst>
          </p:cNvPr>
          <p:cNvSpPr>
            <a:spLocks noGrp="1"/>
          </p:cNvSpPr>
          <p:nvPr>
            <p:ph type="sldNum" sz="quarter" idx="12"/>
          </p:nvPr>
        </p:nvSpPr>
        <p:spPr/>
        <p:txBody>
          <a:bodyPr/>
          <a:lstStyle/>
          <a:p>
            <a:fld id="{E33F180C-7AC5-428A-9DBB-8DF57BA31570}" type="slidenum">
              <a:rPr lang="en-GB" smtClean="0"/>
              <a:t>‹#›</a:t>
            </a:fld>
            <a:endParaRPr lang="en-GB"/>
          </a:p>
        </p:txBody>
      </p:sp>
      <p:sp>
        <p:nvSpPr>
          <p:cNvPr id="10" name="TextBox 9">
            <a:extLst>
              <a:ext uri="{FF2B5EF4-FFF2-40B4-BE49-F238E27FC236}">
                <a16:creationId xmlns:a16="http://schemas.microsoft.com/office/drawing/2014/main" id="{545C5B81-6D3C-324B-1D70-12F6AA44804C}"/>
              </a:ext>
            </a:extLst>
          </p:cNvPr>
          <p:cNvSpPr txBox="1"/>
          <p:nvPr userDrawn="1"/>
        </p:nvSpPr>
        <p:spPr>
          <a:xfrm>
            <a:off x="8340436" y="5946135"/>
            <a:ext cx="3851564" cy="406650"/>
          </a:xfrm>
          <a:prstGeom prst="rect">
            <a:avLst/>
          </a:prstGeom>
          <a:noFill/>
        </p:spPr>
        <p:txBody>
          <a:bodyPr wrap="square" rtlCol="0">
            <a:spAutoFit/>
          </a:bodyPr>
          <a:lstStyle/>
          <a:p>
            <a:pPr algn="ctr">
              <a:lnSpc>
                <a:spcPct val="107000"/>
              </a:lnSpc>
              <a:spcAft>
                <a:spcPts val="800"/>
              </a:spcAft>
            </a:pPr>
            <a:r>
              <a:rPr lang="en-GB" sz="2000" b="1" i="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rgbClr val="00B0F0"/>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073961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Simple Blue 2">
    <p:spTree>
      <p:nvGrpSpPr>
        <p:cNvPr id="1" name=""/>
        <p:cNvGrpSpPr/>
        <p:nvPr/>
      </p:nvGrpSpPr>
      <p:grpSpPr>
        <a:xfrm>
          <a:off x="0" y="0"/>
          <a:ext cx="0" cy="0"/>
          <a:chOff x="0" y="0"/>
          <a:chExt cx="0" cy="0"/>
        </a:xfrm>
      </p:grpSpPr>
      <p:pic>
        <p:nvPicPr>
          <p:cNvPr id="7" name="Content Placeholder 3" descr="Diagram, engineering drawing&#10;&#10;Description automatically generated">
            <a:extLst>
              <a:ext uri="{FF2B5EF4-FFF2-40B4-BE49-F238E27FC236}">
                <a16:creationId xmlns:a16="http://schemas.microsoft.com/office/drawing/2014/main" id="{E9979AA6-E3C5-CBDB-656B-BBF3673289D0}"/>
              </a:ext>
            </a:extLst>
          </p:cNvPr>
          <p:cNvPicPr>
            <a:picLocks noChangeAspect="1"/>
          </p:cNvPicPr>
          <p:nvPr userDrawn="1"/>
        </p:nvPicPr>
        <p:blipFill>
          <a:blip r:embed="rId2">
            <a:clrChange>
              <a:clrFrom>
                <a:srgbClr val="FFFFFF"/>
              </a:clrFrom>
              <a:clrTo>
                <a:srgbClr val="FFFFFF">
                  <a:alpha val="0"/>
                </a:srgbClr>
              </a:clrTo>
            </a:clrChange>
            <a:alphaModFix amt="12000"/>
            <a:extLst>
              <a:ext uri="{BEBA8EAE-BF5A-486C-A8C5-ECC9F3942E4B}">
                <a14:imgProps xmlns:a14="http://schemas.microsoft.com/office/drawing/2010/main">
                  <a14:imgLayer r:embed="rId3">
                    <a14:imgEffect>
                      <a14:artisticPhotocopy/>
                    </a14:imgEffect>
                  </a14:imgLayer>
                </a14:imgProps>
              </a:ext>
              <a:ext uri="{28A0092B-C50C-407E-A947-70E740481C1C}">
                <a14:useLocalDpi xmlns:a14="http://schemas.microsoft.com/office/drawing/2010/main" val="0"/>
              </a:ext>
            </a:extLst>
          </a:blip>
          <a:stretch>
            <a:fillRect/>
          </a:stretch>
        </p:blipFill>
        <p:spPr>
          <a:xfrm>
            <a:off x="1406443" y="1130179"/>
            <a:ext cx="9379113" cy="4597642"/>
          </a:xfrm>
          <a:prstGeom prst="rect">
            <a:avLst/>
          </a:prstGeom>
          <a:effectLst>
            <a:glow>
              <a:schemeClr val="tx1"/>
            </a:glow>
            <a:outerShdw blurRad="50800" dist="50800" dir="5400000" algn="ctr" rotWithShape="0">
              <a:srgbClr val="000000">
                <a:alpha val="0"/>
              </a:srgbClr>
            </a:outerShdw>
            <a:reflection endPos="0" dist="50800" dir="5400000" sy="-100000" algn="bl" rotWithShape="0"/>
          </a:effectLst>
        </p:spPr>
      </p:pic>
      <p:pic>
        <p:nvPicPr>
          <p:cNvPr id="9" name="Picture 8">
            <a:extLst>
              <a:ext uri="{FF2B5EF4-FFF2-40B4-BE49-F238E27FC236}">
                <a16:creationId xmlns:a16="http://schemas.microsoft.com/office/drawing/2014/main" id="{C07E53C0-197E-4E39-3DF4-192264592964}"/>
              </a:ext>
            </a:extLst>
          </p:cNvPr>
          <p:cNvPicPr>
            <a:picLocks noChangeAspect="1"/>
          </p:cNvPicPr>
          <p:nvPr userDrawn="1"/>
        </p:nvPicPr>
        <p:blipFill>
          <a:blip r:embed="rId4" cstate="hqprint">
            <a:extLst>
              <a:ext uri="{28A0092B-C50C-407E-A947-70E740481C1C}">
                <a14:useLocalDpi xmlns:a14="http://schemas.microsoft.com/office/drawing/2010/main" val="0"/>
              </a:ext>
            </a:extLst>
          </a:blip>
          <a:srcRect/>
          <a:stretch/>
        </p:blipFill>
        <p:spPr>
          <a:xfrm>
            <a:off x="9475992" y="566709"/>
            <a:ext cx="2528178" cy="783735"/>
          </a:xfrm>
          <a:prstGeom prst="rect">
            <a:avLst/>
          </a:prstGeom>
        </p:spPr>
      </p:pic>
      <p:pic>
        <p:nvPicPr>
          <p:cNvPr id="8" name="Picture 7" descr="Logo&#10;&#10;Description automatically generated">
            <a:extLst>
              <a:ext uri="{FF2B5EF4-FFF2-40B4-BE49-F238E27FC236}">
                <a16:creationId xmlns:a16="http://schemas.microsoft.com/office/drawing/2014/main" id="{14084F6E-C402-E001-B8A3-477D91DB6233}"/>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87830" y="136524"/>
            <a:ext cx="1655762" cy="1655762"/>
          </a:xfrm>
          <a:prstGeom prst="rect">
            <a:avLst/>
          </a:prstGeom>
        </p:spPr>
      </p:pic>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1524000" y="1122363"/>
            <a:ext cx="9144000" cy="2387600"/>
          </a:xfrm>
        </p:spPr>
        <p:txBody>
          <a:bodyPr anchor="b"/>
          <a:lstStyle>
            <a:lvl1pPr algn="ctr">
              <a:defRPr sz="6000" spc="150" baseline="0">
                <a:solidFill>
                  <a:srgbClr val="00B0F0"/>
                </a:solidFill>
                <a:latin typeface="Nexa Bold" panose="02000000000000000000" pitchFamily="50" charset="0"/>
              </a:defRPr>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1524000" y="3602038"/>
            <a:ext cx="9144000" cy="1655762"/>
          </a:xfrm>
        </p:spPr>
        <p:txBody>
          <a:bodyPr/>
          <a:lstStyle>
            <a:lvl1pPr marL="0" indent="0" algn="ctr">
              <a:buNone/>
              <a:defRPr sz="2400"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
        <p:nvSpPr>
          <p:cNvPr id="4" name="Date Placeholder 3">
            <a:extLst>
              <a:ext uri="{FF2B5EF4-FFF2-40B4-BE49-F238E27FC236}">
                <a16:creationId xmlns:a16="http://schemas.microsoft.com/office/drawing/2014/main" id="{22466F76-74B9-E616-003F-9F12067748CE}"/>
              </a:ext>
            </a:extLst>
          </p:cNvPr>
          <p:cNvSpPr>
            <a:spLocks noGrp="1"/>
          </p:cNvSpPr>
          <p:nvPr>
            <p:ph type="dt" sz="half" idx="10"/>
          </p:nvPr>
        </p:nvSpPr>
        <p:spPr/>
        <p:txBody>
          <a:bodyPr/>
          <a:lstStyle/>
          <a:p>
            <a:fld id="{28E8D346-A915-4882-A510-80C55F2B0290}" type="datetimeFigureOut">
              <a:rPr lang="en-GB" smtClean="0"/>
              <a:t>04/10/2026</a:t>
            </a:fld>
            <a:endParaRPr lang="en-GB"/>
          </a:p>
        </p:txBody>
      </p:sp>
      <p:sp>
        <p:nvSpPr>
          <p:cNvPr id="5" name="Footer Placeholder 4">
            <a:extLst>
              <a:ext uri="{FF2B5EF4-FFF2-40B4-BE49-F238E27FC236}">
                <a16:creationId xmlns:a16="http://schemas.microsoft.com/office/drawing/2014/main" id="{AFA85831-62F6-248F-2536-5365792A8E9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23824EA-FB57-AA42-CC47-1070218757B3}"/>
              </a:ext>
            </a:extLst>
          </p:cNvPr>
          <p:cNvSpPr>
            <a:spLocks noGrp="1"/>
          </p:cNvSpPr>
          <p:nvPr>
            <p:ph type="sldNum" sz="quarter" idx="12"/>
          </p:nvPr>
        </p:nvSpPr>
        <p:spPr/>
        <p:txBody>
          <a:bodyPr/>
          <a:lstStyle/>
          <a:p>
            <a:fld id="{E33F180C-7AC5-428A-9DBB-8DF57BA31570}" type="slidenum">
              <a:rPr lang="en-GB" smtClean="0"/>
              <a:t>‹#›</a:t>
            </a:fld>
            <a:endParaRPr lang="en-GB"/>
          </a:p>
        </p:txBody>
      </p:sp>
      <p:sp>
        <p:nvSpPr>
          <p:cNvPr id="10" name="TextBox 9">
            <a:extLst>
              <a:ext uri="{FF2B5EF4-FFF2-40B4-BE49-F238E27FC236}">
                <a16:creationId xmlns:a16="http://schemas.microsoft.com/office/drawing/2014/main" id="{15DC9C2A-0E96-B3DD-E72A-B658606A10BB}"/>
              </a:ext>
            </a:extLst>
          </p:cNvPr>
          <p:cNvSpPr txBox="1"/>
          <p:nvPr userDrawn="1"/>
        </p:nvSpPr>
        <p:spPr>
          <a:xfrm>
            <a:off x="8340436" y="5946135"/>
            <a:ext cx="3851564" cy="406650"/>
          </a:xfrm>
          <a:prstGeom prst="rect">
            <a:avLst/>
          </a:prstGeom>
          <a:noFill/>
        </p:spPr>
        <p:txBody>
          <a:bodyPr wrap="square" rtlCol="0">
            <a:spAutoFit/>
          </a:bodyPr>
          <a:lstStyle/>
          <a:p>
            <a:pPr algn="ctr">
              <a:lnSpc>
                <a:spcPct val="107000"/>
              </a:lnSpc>
              <a:spcAft>
                <a:spcPts val="800"/>
              </a:spcAft>
            </a:pPr>
            <a:r>
              <a:rPr lang="en-GB" sz="2000" b="1" i="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rgbClr val="00B0F0"/>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258958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Simple Grey 1">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07E53C0-197E-4E39-3DF4-192264592964}"/>
              </a:ext>
            </a:extLst>
          </p:cNvPr>
          <p:cNvPicPr>
            <a:picLocks noChangeAspect="1"/>
          </p:cNvPicPr>
          <p:nvPr userDrawn="1"/>
        </p:nvPicPr>
        <p:blipFill>
          <a:blip r:embed="rId2" cstate="hqprint">
            <a:extLst>
              <a:ext uri="{28A0092B-C50C-407E-A947-70E740481C1C}">
                <a14:useLocalDpi xmlns:a14="http://schemas.microsoft.com/office/drawing/2010/main" val="0"/>
              </a:ext>
            </a:extLst>
          </a:blip>
          <a:srcRect/>
          <a:stretch/>
        </p:blipFill>
        <p:spPr>
          <a:xfrm>
            <a:off x="9475992" y="566709"/>
            <a:ext cx="2528178" cy="783735"/>
          </a:xfrm>
          <a:prstGeom prst="rect">
            <a:avLst/>
          </a:prstGeom>
        </p:spPr>
      </p:pic>
      <p:pic>
        <p:nvPicPr>
          <p:cNvPr id="8" name="Picture 7" descr="Logo&#10;&#10;Description automatically generated">
            <a:extLst>
              <a:ext uri="{FF2B5EF4-FFF2-40B4-BE49-F238E27FC236}">
                <a16:creationId xmlns:a16="http://schemas.microsoft.com/office/drawing/2014/main" id="{14084F6E-C402-E001-B8A3-477D91DB623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87830" y="136524"/>
            <a:ext cx="1655762" cy="1655762"/>
          </a:xfrm>
          <a:prstGeom prst="rect">
            <a:avLst/>
          </a:prstGeom>
        </p:spPr>
      </p:pic>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1524000" y="1122363"/>
            <a:ext cx="9144000" cy="2387600"/>
          </a:xfrm>
        </p:spPr>
        <p:txBody>
          <a:bodyPr anchor="b"/>
          <a:lstStyle>
            <a:lvl1pPr algn="ctr">
              <a:defRPr sz="6000" spc="150" baseline="0">
                <a:solidFill>
                  <a:schemeClr val="bg2">
                    <a:lumMod val="50000"/>
                  </a:schemeClr>
                </a:solidFill>
                <a:latin typeface="Nexa Bold" panose="02000000000000000000" pitchFamily="50" charset="0"/>
              </a:defRPr>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1524000" y="3602038"/>
            <a:ext cx="9144000" cy="1655762"/>
          </a:xfrm>
        </p:spPr>
        <p:txBody>
          <a:bodyPr/>
          <a:lstStyle>
            <a:lvl1pPr marL="0" indent="0" algn="ctr">
              <a:buNone/>
              <a:defRPr sz="2400" i="1">
                <a:solidFill>
                  <a:schemeClr val="bg2">
                    <a:lumMod val="50000"/>
                  </a:schemeClr>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
        <p:nvSpPr>
          <p:cNvPr id="4" name="Date Placeholder 3">
            <a:extLst>
              <a:ext uri="{FF2B5EF4-FFF2-40B4-BE49-F238E27FC236}">
                <a16:creationId xmlns:a16="http://schemas.microsoft.com/office/drawing/2014/main" id="{22466F76-74B9-E616-003F-9F12067748CE}"/>
              </a:ext>
            </a:extLst>
          </p:cNvPr>
          <p:cNvSpPr>
            <a:spLocks noGrp="1"/>
          </p:cNvSpPr>
          <p:nvPr>
            <p:ph type="dt" sz="half" idx="10"/>
          </p:nvPr>
        </p:nvSpPr>
        <p:spPr/>
        <p:txBody>
          <a:bodyPr/>
          <a:lstStyle/>
          <a:p>
            <a:fld id="{28E8D346-A915-4882-A510-80C55F2B0290}" type="datetimeFigureOut">
              <a:rPr lang="en-GB" smtClean="0"/>
              <a:t>04/10/2026</a:t>
            </a:fld>
            <a:endParaRPr lang="en-GB"/>
          </a:p>
        </p:txBody>
      </p:sp>
      <p:sp>
        <p:nvSpPr>
          <p:cNvPr id="5" name="Footer Placeholder 4">
            <a:extLst>
              <a:ext uri="{FF2B5EF4-FFF2-40B4-BE49-F238E27FC236}">
                <a16:creationId xmlns:a16="http://schemas.microsoft.com/office/drawing/2014/main" id="{AFA85831-62F6-248F-2536-5365792A8E9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23824EA-FB57-AA42-CC47-1070218757B3}"/>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10" name="Content Placeholder 3" descr="Diagram, engineering drawing&#10;&#10;Description automatically generated">
            <a:extLst>
              <a:ext uri="{FF2B5EF4-FFF2-40B4-BE49-F238E27FC236}">
                <a16:creationId xmlns:a16="http://schemas.microsoft.com/office/drawing/2014/main" id="{D75D2FB5-A6FD-7717-B985-1C45B2677747}"/>
              </a:ext>
            </a:extLst>
          </p:cNvPr>
          <p:cNvPicPr>
            <a:picLocks noChangeAspect="1"/>
          </p:cNvPicPr>
          <p:nvPr userDrawn="1"/>
        </p:nvPicPr>
        <p:blipFill>
          <a:blip r:embed="rId4">
            <a:clrChange>
              <a:clrFrom>
                <a:srgbClr val="FFFFFF"/>
              </a:clrFrom>
              <a:clrTo>
                <a:srgbClr val="FFFFFF">
                  <a:alpha val="0"/>
                </a:srgbClr>
              </a:clrTo>
            </a:clrChange>
            <a:alphaModFix amt="12000"/>
            <a:extLst>
              <a:ext uri="{BEBA8EAE-BF5A-486C-A8C5-ECC9F3942E4B}">
                <a14:imgProps xmlns:a14="http://schemas.microsoft.com/office/drawing/2010/main">
                  <a14:imgLayer r:embed="rId5">
                    <a14:imgEffect>
                      <a14:artisticPhotocopy/>
                    </a14:imgEffect>
                  </a14:imgLayer>
                </a14:imgProps>
              </a:ext>
              <a:ext uri="{28A0092B-C50C-407E-A947-70E740481C1C}">
                <a14:useLocalDpi xmlns:a14="http://schemas.microsoft.com/office/drawing/2010/main" val="0"/>
              </a:ext>
            </a:extLst>
          </a:blip>
          <a:stretch>
            <a:fillRect/>
          </a:stretch>
        </p:blipFill>
        <p:spPr>
          <a:xfrm>
            <a:off x="1406443" y="1130179"/>
            <a:ext cx="9379113" cy="4597642"/>
          </a:xfrm>
          <a:prstGeom prst="rect">
            <a:avLst/>
          </a:prstGeom>
          <a:effectLst>
            <a:glow>
              <a:schemeClr val="tx1"/>
            </a:glow>
            <a:outerShdw blurRad="50800" dist="50800" dir="5400000" algn="ctr" rotWithShape="0">
              <a:srgbClr val="000000">
                <a:alpha val="0"/>
              </a:srgbClr>
            </a:outerShdw>
            <a:reflection endPos="0" dist="50800" dir="5400000" sy="-100000" algn="bl" rotWithShape="0"/>
          </a:effectLst>
        </p:spPr>
      </p:pic>
      <p:sp>
        <p:nvSpPr>
          <p:cNvPr id="11" name="TextBox 10">
            <a:extLst>
              <a:ext uri="{FF2B5EF4-FFF2-40B4-BE49-F238E27FC236}">
                <a16:creationId xmlns:a16="http://schemas.microsoft.com/office/drawing/2014/main" id="{17E1513E-D9F7-4665-D50A-C49BD0623386}"/>
              </a:ext>
            </a:extLst>
          </p:cNvPr>
          <p:cNvSpPr txBox="1"/>
          <p:nvPr userDrawn="1"/>
        </p:nvSpPr>
        <p:spPr>
          <a:xfrm>
            <a:off x="8340436" y="5946135"/>
            <a:ext cx="3851564" cy="406650"/>
          </a:xfrm>
          <a:prstGeom prst="rect">
            <a:avLst/>
          </a:prstGeom>
          <a:noFill/>
        </p:spPr>
        <p:txBody>
          <a:bodyPr wrap="square" rtlCol="0">
            <a:spAutoFit/>
          </a:bodyPr>
          <a:lstStyle/>
          <a:p>
            <a:pPr algn="ctr">
              <a:lnSpc>
                <a:spcPct val="107000"/>
              </a:lnSpc>
              <a:spcAft>
                <a:spcPts val="800"/>
              </a:spcAft>
            </a:pPr>
            <a:r>
              <a:rPr lang="en-GB" sz="2000" b="1" i="1" dirty="0">
                <a:solidFill>
                  <a:schemeClr val="tx1">
                    <a:lumMod val="65000"/>
                    <a:lumOff val="35000"/>
                  </a:schemeClr>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907149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Simple Grey 2">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07E53C0-197E-4E39-3DF4-192264592964}"/>
              </a:ext>
            </a:extLst>
          </p:cNvPr>
          <p:cNvPicPr>
            <a:picLocks noChangeAspect="1"/>
          </p:cNvPicPr>
          <p:nvPr userDrawn="1"/>
        </p:nvPicPr>
        <p:blipFill>
          <a:blip r:embed="rId2" cstate="hqprint">
            <a:extLst>
              <a:ext uri="{28A0092B-C50C-407E-A947-70E740481C1C}">
                <a14:useLocalDpi xmlns:a14="http://schemas.microsoft.com/office/drawing/2010/main" val="0"/>
              </a:ext>
            </a:extLst>
          </a:blip>
          <a:srcRect/>
          <a:stretch/>
        </p:blipFill>
        <p:spPr>
          <a:xfrm>
            <a:off x="9475992" y="566709"/>
            <a:ext cx="2528178" cy="783735"/>
          </a:xfrm>
          <a:prstGeom prst="rect">
            <a:avLst/>
          </a:prstGeom>
        </p:spPr>
      </p:pic>
      <p:pic>
        <p:nvPicPr>
          <p:cNvPr id="8" name="Picture 7" descr="Logo&#10;&#10;Description automatically generated">
            <a:extLst>
              <a:ext uri="{FF2B5EF4-FFF2-40B4-BE49-F238E27FC236}">
                <a16:creationId xmlns:a16="http://schemas.microsoft.com/office/drawing/2014/main" id="{14084F6E-C402-E001-B8A3-477D91DB623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87830" y="136524"/>
            <a:ext cx="1655762" cy="1655762"/>
          </a:xfrm>
          <a:prstGeom prst="rect">
            <a:avLst/>
          </a:prstGeom>
        </p:spPr>
      </p:pic>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1524000" y="1122363"/>
            <a:ext cx="9144000" cy="2387600"/>
          </a:xfrm>
        </p:spPr>
        <p:txBody>
          <a:bodyPr anchor="b"/>
          <a:lstStyle>
            <a:lvl1pPr algn="ctr">
              <a:defRPr sz="6000" spc="150" baseline="0">
                <a:solidFill>
                  <a:schemeClr val="bg2">
                    <a:lumMod val="50000"/>
                  </a:schemeClr>
                </a:solidFill>
                <a:latin typeface="Nexa Bold" panose="02000000000000000000" pitchFamily="50" charset="0"/>
              </a:defRPr>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1524000" y="3602038"/>
            <a:ext cx="9144000" cy="1655762"/>
          </a:xfrm>
        </p:spPr>
        <p:txBody>
          <a:bodyPr/>
          <a:lstStyle>
            <a:lvl1pPr marL="0" indent="0" algn="ctr">
              <a:buNone/>
              <a:defRPr sz="2400" i="1">
                <a:solidFill>
                  <a:schemeClr val="bg2">
                    <a:lumMod val="50000"/>
                  </a:schemeClr>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
        <p:nvSpPr>
          <p:cNvPr id="4" name="Date Placeholder 3">
            <a:extLst>
              <a:ext uri="{FF2B5EF4-FFF2-40B4-BE49-F238E27FC236}">
                <a16:creationId xmlns:a16="http://schemas.microsoft.com/office/drawing/2014/main" id="{22466F76-74B9-E616-003F-9F12067748CE}"/>
              </a:ext>
            </a:extLst>
          </p:cNvPr>
          <p:cNvSpPr>
            <a:spLocks noGrp="1"/>
          </p:cNvSpPr>
          <p:nvPr>
            <p:ph type="dt" sz="half" idx="10"/>
          </p:nvPr>
        </p:nvSpPr>
        <p:spPr/>
        <p:txBody>
          <a:bodyPr/>
          <a:lstStyle/>
          <a:p>
            <a:fld id="{28E8D346-A915-4882-A510-80C55F2B0290}" type="datetimeFigureOut">
              <a:rPr lang="en-GB" smtClean="0"/>
              <a:t>04/10/2026</a:t>
            </a:fld>
            <a:endParaRPr lang="en-GB"/>
          </a:p>
        </p:txBody>
      </p:sp>
      <p:sp>
        <p:nvSpPr>
          <p:cNvPr id="5" name="Footer Placeholder 4">
            <a:extLst>
              <a:ext uri="{FF2B5EF4-FFF2-40B4-BE49-F238E27FC236}">
                <a16:creationId xmlns:a16="http://schemas.microsoft.com/office/drawing/2014/main" id="{AFA85831-62F6-248F-2536-5365792A8E9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23824EA-FB57-AA42-CC47-1070218757B3}"/>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10" name="Content Placeholder 3" descr="Diagram, engineering drawing&#10;&#10;Description automatically generated">
            <a:extLst>
              <a:ext uri="{FF2B5EF4-FFF2-40B4-BE49-F238E27FC236}">
                <a16:creationId xmlns:a16="http://schemas.microsoft.com/office/drawing/2014/main" id="{D75D2FB5-A6FD-7717-B985-1C45B2677747}"/>
              </a:ext>
            </a:extLst>
          </p:cNvPr>
          <p:cNvPicPr>
            <a:picLocks noChangeAspect="1"/>
          </p:cNvPicPr>
          <p:nvPr userDrawn="1"/>
        </p:nvPicPr>
        <p:blipFill>
          <a:blip r:embed="rId4">
            <a:clrChange>
              <a:clrFrom>
                <a:srgbClr val="FFFFFF"/>
              </a:clrFrom>
              <a:clrTo>
                <a:srgbClr val="FFFFFF">
                  <a:alpha val="0"/>
                </a:srgbClr>
              </a:clrTo>
            </a:clrChange>
            <a:alphaModFix amt="12000"/>
            <a:extLst>
              <a:ext uri="{BEBA8EAE-BF5A-486C-A8C5-ECC9F3942E4B}">
                <a14:imgProps xmlns:a14="http://schemas.microsoft.com/office/drawing/2010/main">
                  <a14:imgLayer r:embed="rId5">
                    <a14:imgEffect>
                      <a14:artisticPhotocopy/>
                    </a14:imgEffect>
                  </a14:imgLayer>
                </a14:imgProps>
              </a:ext>
              <a:ext uri="{28A0092B-C50C-407E-A947-70E740481C1C}">
                <a14:useLocalDpi xmlns:a14="http://schemas.microsoft.com/office/drawing/2010/main" val="0"/>
              </a:ext>
            </a:extLst>
          </a:blip>
          <a:stretch>
            <a:fillRect/>
          </a:stretch>
        </p:blipFill>
        <p:spPr>
          <a:xfrm>
            <a:off x="1406443" y="1130179"/>
            <a:ext cx="9379113" cy="4597642"/>
          </a:xfrm>
          <a:prstGeom prst="rect">
            <a:avLst/>
          </a:prstGeom>
          <a:effectLst>
            <a:glow>
              <a:schemeClr val="tx1"/>
            </a:glow>
            <a:outerShdw blurRad="50800" dist="50800" dir="5400000" algn="ctr" rotWithShape="0">
              <a:srgbClr val="000000">
                <a:alpha val="0"/>
              </a:srgbClr>
            </a:outerShdw>
            <a:reflection endPos="0" dist="50800" dir="5400000" sy="-100000" algn="bl" rotWithShape="0"/>
          </a:effectLst>
        </p:spPr>
      </p:pic>
      <p:cxnSp>
        <p:nvCxnSpPr>
          <p:cNvPr id="7" name="Straight Connector 6">
            <a:extLst>
              <a:ext uri="{FF2B5EF4-FFF2-40B4-BE49-F238E27FC236}">
                <a16:creationId xmlns:a16="http://schemas.microsoft.com/office/drawing/2014/main" id="{9EA7E8DB-A4AC-8027-9A53-75C66510D5D0}"/>
              </a:ext>
            </a:extLst>
          </p:cNvPr>
          <p:cNvCxnSpPr>
            <a:cxnSpLocks noChangeShapeType="1"/>
          </p:cNvCxnSpPr>
          <p:nvPr userDrawn="1"/>
        </p:nvCxnSpPr>
        <p:spPr bwMode="auto">
          <a:xfrm>
            <a:off x="3402038" y="3509963"/>
            <a:ext cx="5438686" cy="0"/>
          </a:xfrm>
          <a:prstGeom prst="line">
            <a:avLst/>
          </a:prstGeom>
          <a:noFill/>
          <a:ln w="25400">
            <a:solidFill>
              <a:srgbClr val="660066"/>
            </a:solidFill>
            <a:prstDash val="dot"/>
            <a:round/>
            <a:headEnd/>
            <a:tailEnd/>
          </a:ln>
          <a:effectLst>
            <a:outerShdw blurRad="63500" dist="20000" dir="5400000" rotWithShape="0">
              <a:srgbClr val="000000">
                <a:alpha val="37999"/>
              </a:srgbClr>
            </a:outerShdw>
          </a:effectLst>
          <a:extLst>
            <a:ext uri="{909E8E84-426E-40DD-AFC4-6F175D3DCCD1}">
              <a14:hiddenFill xmlns:a14="http://schemas.microsoft.com/office/drawing/2010/main">
                <a:noFill/>
              </a14:hiddenFill>
            </a:ext>
          </a:extLst>
        </p:spPr>
      </p:cxnSp>
      <p:sp>
        <p:nvSpPr>
          <p:cNvPr id="11" name="TextBox 10">
            <a:extLst>
              <a:ext uri="{FF2B5EF4-FFF2-40B4-BE49-F238E27FC236}">
                <a16:creationId xmlns:a16="http://schemas.microsoft.com/office/drawing/2014/main" id="{D7629CA6-0662-2D71-1B21-AE49055667F6}"/>
              </a:ext>
            </a:extLst>
          </p:cNvPr>
          <p:cNvSpPr txBox="1"/>
          <p:nvPr userDrawn="1"/>
        </p:nvSpPr>
        <p:spPr>
          <a:xfrm>
            <a:off x="8340436" y="5946135"/>
            <a:ext cx="3851564" cy="406650"/>
          </a:xfrm>
          <a:prstGeom prst="rect">
            <a:avLst/>
          </a:prstGeom>
          <a:noFill/>
        </p:spPr>
        <p:txBody>
          <a:bodyPr wrap="square" rtlCol="0">
            <a:spAutoFit/>
          </a:bodyPr>
          <a:lstStyle/>
          <a:p>
            <a:pPr algn="ctr">
              <a:lnSpc>
                <a:spcPct val="107000"/>
              </a:lnSpc>
              <a:spcAft>
                <a:spcPts val="800"/>
              </a:spcAft>
            </a:pPr>
            <a:r>
              <a:rPr lang="en-GB" sz="2000" b="1" i="1" dirty="0">
                <a:solidFill>
                  <a:schemeClr val="tx1">
                    <a:lumMod val="65000"/>
                    <a:lumOff val="35000"/>
                  </a:schemeClr>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213467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Simple Grey 3">
    <p:spTree>
      <p:nvGrpSpPr>
        <p:cNvPr id="1" name=""/>
        <p:cNvGrpSpPr/>
        <p:nvPr/>
      </p:nvGrpSpPr>
      <p:grpSpPr>
        <a:xfrm>
          <a:off x="0" y="0"/>
          <a:ext cx="0" cy="0"/>
          <a:chOff x="0" y="0"/>
          <a:chExt cx="0" cy="0"/>
        </a:xfrm>
      </p:grpSpPr>
      <p:pic>
        <p:nvPicPr>
          <p:cNvPr id="10" name="Content Placeholder 3" descr="Diagram, engineering drawing&#10;&#10;Description automatically generated">
            <a:extLst>
              <a:ext uri="{FF2B5EF4-FFF2-40B4-BE49-F238E27FC236}">
                <a16:creationId xmlns:a16="http://schemas.microsoft.com/office/drawing/2014/main" id="{E1C1C02C-18E1-780A-8763-41AE0F2917BC}"/>
              </a:ext>
            </a:extLst>
          </p:cNvPr>
          <p:cNvPicPr>
            <a:picLocks noChangeAspect="1"/>
          </p:cNvPicPr>
          <p:nvPr userDrawn="1"/>
        </p:nvPicPr>
        <p:blipFill>
          <a:blip r:embed="rId2">
            <a:clrChange>
              <a:clrFrom>
                <a:srgbClr val="FFFFFF"/>
              </a:clrFrom>
              <a:clrTo>
                <a:srgbClr val="FFFFFF">
                  <a:alpha val="0"/>
                </a:srgbClr>
              </a:clrTo>
            </a:clrChange>
            <a:alphaModFix amt="12000"/>
            <a:extLst>
              <a:ext uri="{BEBA8EAE-BF5A-486C-A8C5-ECC9F3942E4B}">
                <a14:imgProps xmlns:a14="http://schemas.microsoft.com/office/drawing/2010/main">
                  <a14:imgLayer r:embed="rId3">
                    <a14:imgEffect>
                      <a14:artisticPhotocopy/>
                    </a14:imgEffect>
                  </a14:imgLayer>
                </a14:imgProps>
              </a:ext>
              <a:ext uri="{28A0092B-C50C-407E-A947-70E740481C1C}">
                <a14:useLocalDpi xmlns:a14="http://schemas.microsoft.com/office/drawing/2010/main" val="0"/>
              </a:ext>
            </a:extLst>
          </a:blip>
          <a:stretch>
            <a:fillRect/>
          </a:stretch>
        </p:blipFill>
        <p:spPr>
          <a:xfrm>
            <a:off x="1406443" y="1130179"/>
            <a:ext cx="9379113" cy="4597642"/>
          </a:xfrm>
          <a:prstGeom prst="rect">
            <a:avLst/>
          </a:prstGeom>
          <a:effectLst>
            <a:glow>
              <a:schemeClr val="tx1"/>
            </a:glow>
            <a:outerShdw blurRad="50800" dist="50800" dir="5400000" algn="ctr" rotWithShape="0">
              <a:srgbClr val="000000">
                <a:alpha val="0"/>
              </a:srgbClr>
            </a:outerShdw>
            <a:reflection endPos="0" dist="50800" dir="5400000" sy="-100000" algn="bl" rotWithShape="0"/>
          </a:effectLst>
        </p:spPr>
      </p:pic>
      <p:pic>
        <p:nvPicPr>
          <p:cNvPr id="9" name="Picture 8">
            <a:extLst>
              <a:ext uri="{FF2B5EF4-FFF2-40B4-BE49-F238E27FC236}">
                <a16:creationId xmlns:a16="http://schemas.microsoft.com/office/drawing/2014/main" id="{C07E53C0-197E-4E39-3DF4-192264592964}"/>
              </a:ext>
            </a:extLst>
          </p:cNvPr>
          <p:cNvPicPr>
            <a:picLocks noChangeAspect="1"/>
          </p:cNvPicPr>
          <p:nvPr userDrawn="1"/>
        </p:nvPicPr>
        <p:blipFill>
          <a:blip r:embed="rId4" cstate="hqprint">
            <a:extLst>
              <a:ext uri="{28A0092B-C50C-407E-A947-70E740481C1C}">
                <a14:useLocalDpi xmlns:a14="http://schemas.microsoft.com/office/drawing/2010/main" val="0"/>
              </a:ext>
            </a:extLst>
          </a:blip>
          <a:srcRect/>
          <a:stretch/>
        </p:blipFill>
        <p:spPr>
          <a:xfrm>
            <a:off x="9475992" y="566709"/>
            <a:ext cx="2528178" cy="783735"/>
          </a:xfrm>
          <a:prstGeom prst="rect">
            <a:avLst/>
          </a:prstGeom>
        </p:spPr>
      </p:pic>
      <p:pic>
        <p:nvPicPr>
          <p:cNvPr id="8" name="Picture 7" descr="Logo&#10;&#10;Description automatically generated">
            <a:extLst>
              <a:ext uri="{FF2B5EF4-FFF2-40B4-BE49-F238E27FC236}">
                <a16:creationId xmlns:a16="http://schemas.microsoft.com/office/drawing/2014/main" id="{14084F6E-C402-E001-B8A3-477D91DB6233}"/>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87830" y="136524"/>
            <a:ext cx="1655762" cy="1655762"/>
          </a:xfrm>
          <a:prstGeom prst="rect">
            <a:avLst/>
          </a:prstGeom>
        </p:spPr>
      </p:pic>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3454400" y="2500833"/>
            <a:ext cx="4347501" cy="565735"/>
          </a:xfrm>
        </p:spPr>
        <p:txBody>
          <a:bodyPr anchor="b">
            <a:normAutofit/>
          </a:bodyPr>
          <a:lstStyle>
            <a:lvl1pPr algn="ctr">
              <a:defRPr sz="3000" spc="150" baseline="0">
                <a:solidFill>
                  <a:schemeClr val="bg2">
                    <a:lumMod val="50000"/>
                  </a:schemeClr>
                </a:solidFill>
                <a:latin typeface="Nexa-Bold" panose="01000000000000000000" pitchFamily="2" charset="0"/>
              </a:defRPr>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1524000" y="3142992"/>
            <a:ext cx="9144000" cy="1655762"/>
          </a:xfrm>
        </p:spPr>
        <p:txBody>
          <a:bodyPr>
            <a:normAutofit/>
          </a:bodyPr>
          <a:lstStyle>
            <a:lvl1pPr marL="0" indent="0" algn="ctr">
              <a:buNone/>
              <a:defRPr sz="2000" i="1">
                <a:solidFill>
                  <a:schemeClr val="bg2">
                    <a:lumMod val="50000"/>
                  </a:schemeClr>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
        <p:nvSpPr>
          <p:cNvPr id="4" name="Date Placeholder 3">
            <a:extLst>
              <a:ext uri="{FF2B5EF4-FFF2-40B4-BE49-F238E27FC236}">
                <a16:creationId xmlns:a16="http://schemas.microsoft.com/office/drawing/2014/main" id="{22466F76-74B9-E616-003F-9F12067748CE}"/>
              </a:ext>
            </a:extLst>
          </p:cNvPr>
          <p:cNvSpPr>
            <a:spLocks noGrp="1"/>
          </p:cNvSpPr>
          <p:nvPr>
            <p:ph type="dt" sz="half" idx="10"/>
          </p:nvPr>
        </p:nvSpPr>
        <p:spPr/>
        <p:txBody>
          <a:bodyPr/>
          <a:lstStyle/>
          <a:p>
            <a:fld id="{28E8D346-A915-4882-A510-80C55F2B0290}" type="datetimeFigureOut">
              <a:rPr lang="en-GB" smtClean="0"/>
              <a:t>04/10/2026</a:t>
            </a:fld>
            <a:endParaRPr lang="en-GB"/>
          </a:p>
        </p:txBody>
      </p:sp>
      <p:sp>
        <p:nvSpPr>
          <p:cNvPr id="5" name="Footer Placeholder 4">
            <a:extLst>
              <a:ext uri="{FF2B5EF4-FFF2-40B4-BE49-F238E27FC236}">
                <a16:creationId xmlns:a16="http://schemas.microsoft.com/office/drawing/2014/main" id="{AFA85831-62F6-248F-2536-5365792A8E9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23824EA-FB57-AA42-CC47-1070218757B3}"/>
              </a:ext>
            </a:extLst>
          </p:cNvPr>
          <p:cNvSpPr>
            <a:spLocks noGrp="1"/>
          </p:cNvSpPr>
          <p:nvPr>
            <p:ph type="sldNum" sz="quarter" idx="12"/>
          </p:nvPr>
        </p:nvSpPr>
        <p:spPr/>
        <p:txBody>
          <a:bodyPr/>
          <a:lstStyle/>
          <a:p>
            <a:fld id="{E33F180C-7AC5-428A-9DBB-8DF57BA31570}" type="slidenum">
              <a:rPr lang="en-GB" smtClean="0"/>
              <a:t>‹#›</a:t>
            </a:fld>
            <a:endParaRPr lang="en-GB"/>
          </a:p>
        </p:txBody>
      </p:sp>
      <p:sp>
        <p:nvSpPr>
          <p:cNvPr id="11" name="TextBox 10">
            <a:extLst>
              <a:ext uri="{FF2B5EF4-FFF2-40B4-BE49-F238E27FC236}">
                <a16:creationId xmlns:a16="http://schemas.microsoft.com/office/drawing/2014/main" id="{24644F0A-52D2-552F-0A18-5EBE0472DC5E}"/>
              </a:ext>
            </a:extLst>
          </p:cNvPr>
          <p:cNvSpPr txBox="1"/>
          <p:nvPr userDrawn="1"/>
        </p:nvSpPr>
        <p:spPr>
          <a:xfrm>
            <a:off x="8340436" y="5946135"/>
            <a:ext cx="3851564" cy="406650"/>
          </a:xfrm>
          <a:prstGeom prst="rect">
            <a:avLst/>
          </a:prstGeom>
          <a:noFill/>
        </p:spPr>
        <p:txBody>
          <a:bodyPr wrap="square" rtlCol="0">
            <a:spAutoFit/>
          </a:bodyPr>
          <a:lstStyle/>
          <a:p>
            <a:pPr algn="ctr">
              <a:lnSpc>
                <a:spcPct val="107000"/>
              </a:lnSpc>
              <a:spcAft>
                <a:spcPts val="800"/>
              </a:spcAft>
            </a:pPr>
            <a:r>
              <a:rPr lang="en-GB" sz="2000" b="1" i="1" dirty="0">
                <a:solidFill>
                  <a:schemeClr val="tx1">
                    <a:lumMod val="65000"/>
                    <a:lumOff val="35000"/>
                  </a:schemeClr>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endParaRPr>
          </a:p>
        </p:txBody>
      </p:sp>
      <p:cxnSp>
        <p:nvCxnSpPr>
          <p:cNvPr id="13" name="Straight Connector 12">
            <a:extLst>
              <a:ext uri="{FF2B5EF4-FFF2-40B4-BE49-F238E27FC236}">
                <a16:creationId xmlns:a16="http://schemas.microsoft.com/office/drawing/2014/main" id="{74111F31-A7FB-AB43-EE29-2BCF7DB70B07}"/>
              </a:ext>
            </a:extLst>
          </p:cNvPr>
          <p:cNvCxnSpPr>
            <a:cxnSpLocks noChangeShapeType="1"/>
          </p:cNvCxnSpPr>
          <p:nvPr userDrawn="1"/>
        </p:nvCxnSpPr>
        <p:spPr bwMode="auto">
          <a:xfrm>
            <a:off x="3059138" y="3066568"/>
            <a:ext cx="5438686" cy="0"/>
          </a:xfrm>
          <a:prstGeom prst="line">
            <a:avLst/>
          </a:prstGeom>
          <a:noFill/>
          <a:ln w="25400">
            <a:solidFill>
              <a:srgbClr val="660066"/>
            </a:solidFill>
            <a:prstDash val="dot"/>
            <a:round/>
            <a:headEnd/>
            <a:tailEnd/>
          </a:ln>
          <a:effectLst>
            <a:outerShdw blurRad="63500" dist="20000" dir="5400000" rotWithShape="0">
              <a:srgbClr val="000000">
                <a:alpha val="37999"/>
              </a:srgbClr>
            </a:outerShdw>
          </a:effectLst>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1044872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Simple Logo Blue 1">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127661D-AEBD-17AC-4B6C-4A3EDB784FB3}"/>
              </a:ext>
            </a:extLst>
          </p:cNvPr>
          <p:cNvPicPr>
            <a:picLocks noChangeAspect="1"/>
          </p:cNvPicPr>
          <p:nvPr userDrawn="1"/>
        </p:nvPicPr>
        <p:blipFill rotWithShape="1">
          <a:blip r:embed="rId2">
            <a:grayscl/>
            <a:alphaModFix amt="20000"/>
            <a:extLst>
              <a:ext uri="{28A0092B-C50C-407E-A947-70E740481C1C}">
                <a14:useLocalDpi xmlns:a14="http://schemas.microsoft.com/office/drawing/2010/main" val="0"/>
              </a:ext>
            </a:extLst>
          </a:blip>
          <a:srcRect r="12379" b="28024"/>
          <a:stretch/>
        </p:blipFill>
        <p:spPr>
          <a:xfrm>
            <a:off x="5159912" y="1081454"/>
            <a:ext cx="7032088" cy="5776546"/>
          </a:xfrm>
          <a:prstGeom prst="rect">
            <a:avLst/>
          </a:prstGeom>
        </p:spPr>
      </p:pic>
      <p:sp>
        <p:nvSpPr>
          <p:cNvPr id="10" name="Arc 9">
            <a:extLst>
              <a:ext uri="{FF2B5EF4-FFF2-40B4-BE49-F238E27FC236}">
                <a16:creationId xmlns:a16="http://schemas.microsoft.com/office/drawing/2014/main" id="{7A42C6AB-54B1-13FD-E709-ED01A315E46D}"/>
              </a:ext>
            </a:extLst>
          </p:cNvPr>
          <p:cNvSpPr/>
          <p:nvPr userDrawn="1"/>
        </p:nvSpPr>
        <p:spPr>
          <a:xfrm rot="16200000">
            <a:off x="5175955" y="1072085"/>
            <a:ext cx="7920404" cy="7920404"/>
          </a:xfrm>
          <a:prstGeom prst="arc">
            <a:avLst>
              <a:gd name="adj1" fmla="val 14553369"/>
              <a:gd name="adj2" fmla="val 3028724"/>
            </a:avLst>
          </a:prstGeom>
          <a:ln>
            <a:solidFill>
              <a:schemeClr val="accent3">
                <a:alpha val="35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pic>
        <p:nvPicPr>
          <p:cNvPr id="9" name="Picture 8">
            <a:extLst>
              <a:ext uri="{FF2B5EF4-FFF2-40B4-BE49-F238E27FC236}">
                <a16:creationId xmlns:a16="http://schemas.microsoft.com/office/drawing/2014/main" id="{C07E53C0-197E-4E39-3DF4-192264592964}"/>
              </a:ext>
            </a:extLst>
          </p:cNvPr>
          <p:cNvPicPr>
            <a:picLocks noChangeAspect="1"/>
          </p:cNvPicPr>
          <p:nvPr userDrawn="1"/>
        </p:nvPicPr>
        <p:blipFill>
          <a:blip r:embed="rId3" cstate="hqprint">
            <a:extLst>
              <a:ext uri="{28A0092B-C50C-407E-A947-70E740481C1C}">
                <a14:useLocalDpi xmlns:a14="http://schemas.microsoft.com/office/drawing/2010/main" val="0"/>
              </a:ext>
            </a:extLst>
          </a:blip>
          <a:srcRect/>
          <a:stretch/>
        </p:blipFill>
        <p:spPr>
          <a:xfrm>
            <a:off x="9475992" y="566709"/>
            <a:ext cx="2528178" cy="783735"/>
          </a:xfrm>
          <a:prstGeom prst="rect">
            <a:avLst/>
          </a:prstGeom>
        </p:spPr>
      </p:pic>
      <p:pic>
        <p:nvPicPr>
          <p:cNvPr id="8" name="Picture 7" descr="Logo&#10;&#10;Description automatically generated">
            <a:extLst>
              <a:ext uri="{FF2B5EF4-FFF2-40B4-BE49-F238E27FC236}">
                <a16:creationId xmlns:a16="http://schemas.microsoft.com/office/drawing/2014/main" id="{14084F6E-C402-E001-B8A3-477D91DB6233}"/>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87830" y="136524"/>
            <a:ext cx="1655762" cy="1655762"/>
          </a:xfrm>
          <a:prstGeom prst="rect">
            <a:avLst/>
          </a:prstGeom>
        </p:spPr>
      </p:pic>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1524000" y="1122363"/>
            <a:ext cx="9144000" cy="2387600"/>
          </a:xfrm>
        </p:spPr>
        <p:txBody>
          <a:bodyPr anchor="b"/>
          <a:lstStyle>
            <a:lvl1pPr algn="ctr">
              <a:defRPr sz="6000" spc="150" baseline="0">
                <a:solidFill>
                  <a:srgbClr val="00B0F0"/>
                </a:solidFill>
                <a:latin typeface="Nexa Bold" panose="02000000000000000000" pitchFamily="50" charset="0"/>
              </a:defRPr>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1524000" y="3602038"/>
            <a:ext cx="9144000" cy="1655762"/>
          </a:xfrm>
        </p:spPr>
        <p:txBody>
          <a:bodyPr/>
          <a:lstStyle>
            <a:lvl1pPr marL="0" indent="0" algn="ctr">
              <a:buNone/>
              <a:defRPr sz="2400"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
        <p:nvSpPr>
          <p:cNvPr id="4" name="Date Placeholder 3">
            <a:extLst>
              <a:ext uri="{FF2B5EF4-FFF2-40B4-BE49-F238E27FC236}">
                <a16:creationId xmlns:a16="http://schemas.microsoft.com/office/drawing/2014/main" id="{22466F76-74B9-E616-003F-9F12067748CE}"/>
              </a:ext>
            </a:extLst>
          </p:cNvPr>
          <p:cNvSpPr>
            <a:spLocks noGrp="1"/>
          </p:cNvSpPr>
          <p:nvPr>
            <p:ph type="dt" sz="half" idx="10"/>
          </p:nvPr>
        </p:nvSpPr>
        <p:spPr/>
        <p:txBody>
          <a:bodyPr/>
          <a:lstStyle/>
          <a:p>
            <a:fld id="{28E8D346-A915-4882-A510-80C55F2B0290}" type="datetimeFigureOut">
              <a:rPr lang="en-GB" smtClean="0"/>
              <a:t>04/10/2026</a:t>
            </a:fld>
            <a:endParaRPr lang="en-GB"/>
          </a:p>
        </p:txBody>
      </p:sp>
      <p:sp>
        <p:nvSpPr>
          <p:cNvPr id="5" name="Footer Placeholder 4">
            <a:extLst>
              <a:ext uri="{FF2B5EF4-FFF2-40B4-BE49-F238E27FC236}">
                <a16:creationId xmlns:a16="http://schemas.microsoft.com/office/drawing/2014/main" id="{AFA85831-62F6-248F-2536-5365792A8E9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23824EA-FB57-AA42-CC47-1070218757B3}"/>
              </a:ext>
            </a:extLst>
          </p:cNvPr>
          <p:cNvSpPr>
            <a:spLocks noGrp="1"/>
          </p:cNvSpPr>
          <p:nvPr>
            <p:ph type="sldNum" sz="quarter" idx="12"/>
          </p:nvPr>
        </p:nvSpPr>
        <p:spPr/>
        <p:txBody>
          <a:bodyPr/>
          <a:lstStyle/>
          <a:p>
            <a:fld id="{E33F180C-7AC5-428A-9DBB-8DF57BA31570}" type="slidenum">
              <a:rPr lang="en-GB" smtClean="0"/>
              <a:t>‹#›</a:t>
            </a:fld>
            <a:endParaRPr lang="en-GB"/>
          </a:p>
        </p:txBody>
      </p:sp>
    </p:spTree>
    <p:extLst>
      <p:ext uri="{BB962C8B-B14F-4D97-AF65-F5344CB8AC3E}">
        <p14:creationId xmlns:p14="http://schemas.microsoft.com/office/powerpoint/2010/main" val="25269565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Slide Simple Logo Grey 1">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127661D-AEBD-17AC-4B6C-4A3EDB784FB3}"/>
              </a:ext>
            </a:extLst>
          </p:cNvPr>
          <p:cNvPicPr>
            <a:picLocks noChangeAspect="1"/>
          </p:cNvPicPr>
          <p:nvPr userDrawn="1"/>
        </p:nvPicPr>
        <p:blipFill rotWithShape="1">
          <a:blip r:embed="rId2">
            <a:grayscl/>
            <a:alphaModFix amt="20000"/>
            <a:extLst>
              <a:ext uri="{28A0092B-C50C-407E-A947-70E740481C1C}">
                <a14:useLocalDpi xmlns:a14="http://schemas.microsoft.com/office/drawing/2010/main" val="0"/>
              </a:ext>
            </a:extLst>
          </a:blip>
          <a:srcRect r="12379" b="28024"/>
          <a:stretch/>
        </p:blipFill>
        <p:spPr>
          <a:xfrm>
            <a:off x="5159912" y="1081454"/>
            <a:ext cx="7032088" cy="5776546"/>
          </a:xfrm>
          <a:prstGeom prst="rect">
            <a:avLst/>
          </a:prstGeom>
        </p:spPr>
      </p:pic>
      <p:sp>
        <p:nvSpPr>
          <p:cNvPr id="10" name="Arc 9">
            <a:extLst>
              <a:ext uri="{FF2B5EF4-FFF2-40B4-BE49-F238E27FC236}">
                <a16:creationId xmlns:a16="http://schemas.microsoft.com/office/drawing/2014/main" id="{7A42C6AB-54B1-13FD-E709-ED01A315E46D}"/>
              </a:ext>
            </a:extLst>
          </p:cNvPr>
          <p:cNvSpPr/>
          <p:nvPr userDrawn="1"/>
        </p:nvSpPr>
        <p:spPr>
          <a:xfrm rot="16200000">
            <a:off x="5175955" y="1072085"/>
            <a:ext cx="7920404" cy="7920404"/>
          </a:xfrm>
          <a:prstGeom prst="arc">
            <a:avLst>
              <a:gd name="adj1" fmla="val 14553369"/>
              <a:gd name="adj2" fmla="val 3028724"/>
            </a:avLst>
          </a:prstGeom>
          <a:ln>
            <a:solidFill>
              <a:schemeClr val="accent3">
                <a:alpha val="35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pic>
        <p:nvPicPr>
          <p:cNvPr id="9" name="Picture 8">
            <a:extLst>
              <a:ext uri="{FF2B5EF4-FFF2-40B4-BE49-F238E27FC236}">
                <a16:creationId xmlns:a16="http://schemas.microsoft.com/office/drawing/2014/main" id="{C07E53C0-197E-4E39-3DF4-192264592964}"/>
              </a:ext>
            </a:extLst>
          </p:cNvPr>
          <p:cNvPicPr>
            <a:picLocks noChangeAspect="1"/>
          </p:cNvPicPr>
          <p:nvPr userDrawn="1"/>
        </p:nvPicPr>
        <p:blipFill>
          <a:blip r:embed="rId3" cstate="hqprint">
            <a:extLst>
              <a:ext uri="{28A0092B-C50C-407E-A947-70E740481C1C}">
                <a14:useLocalDpi xmlns:a14="http://schemas.microsoft.com/office/drawing/2010/main" val="0"/>
              </a:ext>
            </a:extLst>
          </a:blip>
          <a:srcRect/>
          <a:stretch/>
        </p:blipFill>
        <p:spPr>
          <a:xfrm>
            <a:off x="9475992" y="566709"/>
            <a:ext cx="2528178" cy="783735"/>
          </a:xfrm>
          <a:prstGeom prst="rect">
            <a:avLst/>
          </a:prstGeom>
        </p:spPr>
      </p:pic>
      <p:pic>
        <p:nvPicPr>
          <p:cNvPr id="8" name="Picture 7" descr="Logo&#10;&#10;Description automatically generated">
            <a:extLst>
              <a:ext uri="{FF2B5EF4-FFF2-40B4-BE49-F238E27FC236}">
                <a16:creationId xmlns:a16="http://schemas.microsoft.com/office/drawing/2014/main" id="{14084F6E-C402-E001-B8A3-477D91DB6233}"/>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87830" y="136524"/>
            <a:ext cx="1655762" cy="1655762"/>
          </a:xfrm>
          <a:prstGeom prst="rect">
            <a:avLst/>
          </a:prstGeom>
        </p:spPr>
      </p:pic>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1524000" y="1122363"/>
            <a:ext cx="9144000" cy="2387600"/>
          </a:xfrm>
        </p:spPr>
        <p:txBody>
          <a:bodyPr anchor="b"/>
          <a:lstStyle>
            <a:lvl1pPr algn="ctr">
              <a:defRPr sz="6000" spc="150" baseline="0">
                <a:solidFill>
                  <a:schemeClr val="bg2">
                    <a:lumMod val="50000"/>
                  </a:schemeClr>
                </a:solidFill>
                <a:latin typeface="Nexa Bold" panose="02000000000000000000" pitchFamily="50" charset="0"/>
              </a:defRPr>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1524000" y="3602038"/>
            <a:ext cx="9144000" cy="1655762"/>
          </a:xfrm>
        </p:spPr>
        <p:txBody>
          <a:bodyPr/>
          <a:lstStyle>
            <a:lvl1pPr marL="0" indent="0" algn="ctr">
              <a:buNone/>
              <a:defRPr sz="2400" i="1">
                <a:solidFill>
                  <a:schemeClr val="bg2">
                    <a:lumMod val="50000"/>
                  </a:schemeClr>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
        <p:nvSpPr>
          <p:cNvPr id="4" name="Date Placeholder 3">
            <a:extLst>
              <a:ext uri="{FF2B5EF4-FFF2-40B4-BE49-F238E27FC236}">
                <a16:creationId xmlns:a16="http://schemas.microsoft.com/office/drawing/2014/main" id="{22466F76-74B9-E616-003F-9F12067748CE}"/>
              </a:ext>
            </a:extLst>
          </p:cNvPr>
          <p:cNvSpPr>
            <a:spLocks noGrp="1"/>
          </p:cNvSpPr>
          <p:nvPr>
            <p:ph type="dt" sz="half" idx="10"/>
          </p:nvPr>
        </p:nvSpPr>
        <p:spPr/>
        <p:txBody>
          <a:bodyPr/>
          <a:lstStyle/>
          <a:p>
            <a:fld id="{28E8D346-A915-4882-A510-80C55F2B0290}" type="datetimeFigureOut">
              <a:rPr lang="en-GB" smtClean="0"/>
              <a:t>04/10/2026</a:t>
            </a:fld>
            <a:endParaRPr lang="en-GB"/>
          </a:p>
        </p:txBody>
      </p:sp>
      <p:sp>
        <p:nvSpPr>
          <p:cNvPr id="5" name="Footer Placeholder 4">
            <a:extLst>
              <a:ext uri="{FF2B5EF4-FFF2-40B4-BE49-F238E27FC236}">
                <a16:creationId xmlns:a16="http://schemas.microsoft.com/office/drawing/2014/main" id="{AFA85831-62F6-248F-2536-5365792A8E9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23824EA-FB57-AA42-CC47-1070218757B3}"/>
              </a:ext>
            </a:extLst>
          </p:cNvPr>
          <p:cNvSpPr>
            <a:spLocks noGrp="1"/>
          </p:cNvSpPr>
          <p:nvPr>
            <p:ph type="sldNum" sz="quarter" idx="12"/>
          </p:nvPr>
        </p:nvSpPr>
        <p:spPr/>
        <p:txBody>
          <a:bodyPr/>
          <a:lstStyle/>
          <a:p>
            <a:fld id="{E33F180C-7AC5-428A-9DBB-8DF57BA31570}" type="slidenum">
              <a:rPr lang="en-GB" smtClean="0"/>
              <a:t>‹#›</a:t>
            </a:fld>
            <a:endParaRPr lang="en-GB"/>
          </a:p>
        </p:txBody>
      </p:sp>
    </p:spTree>
    <p:extLst>
      <p:ext uri="{BB962C8B-B14F-4D97-AF65-F5344CB8AC3E}">
        <p14:creationId xmlns:p14="http://schemas.microsoft.com/office/powerpoint/2010/main" val="7973320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Logo White/Blue 1">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2831A6E-5C61-78AF-5D8D-D13531A7B87B}"/>
              </a:ext>
            </a:extLst>
          </p:cNvPr>
          <p:cNvSpPr/>
          <p:nvPr userDrawn="1"/>
        </p:nvSpPr>
        <p:spPr>
          <a:xfrm>
            <a:off x="0" y="0"/>
            <a:ext cx="12192000" cy="6858000"/>
          </a:xfrm>
          <a:prstGeom prst="rect">
            <a:avLst/>
          </a:prstGeom>
          <a:gradFill flip="none" rotWithShape="1">
            <a:gsLst>
              <a:gs pos="0">
                <a:srgbClr val="00B0F0">
                  <a:shade val="30000"/>
                  <a:satMod val="115000"/>
                </a:srgbClr>
              </a:gs>
              <a:gs pos="23000">
                <a:srgbClr val="00B0F0">
                  <a:shade val="67500"/>
                  <a:satMod val="115000"/>
                </a:srgbClr>
              </a:gs>
              <a:gs pos="100000">
                <a:srgbClr val="00B0F0">
                  <a:shade val="100000"/>
                  <a:satMod val="115000"/>
                </a:srgbClr>
              </a:gs>
            </a:gsLst>
            <a:lin ang="13500000" scaled="1"/>
            <a:tileRect/>
          </a:gra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5" name="Picture 14">
            <a:extLst>
              <a:ext uri="{FF2B5EF4-FFF2-40B4-BE49-F238E27FC236}">
                <a16:creationId xmlns:a16="http://schemas.microsoft.com/office/drawing/2014/main" id="{A1084A2C-5D21-7A98-F6D9-A5AC70C5716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12379" b="28024"/>
          <a:stretch/>
        </p:blipFill>
        <p:spPr>
          <a:xfrm>
            <a:off x="5159912" y="1081454"/>
            <a:ext cx="7032088" cy="5776546"/>
          </a:xfrm>
          <a:prstGeom prst="rect">
            <a:avLst/>
          </a:prstGeom>
        </p:spPr>
      </p:pic>
      <p:sp>
        <p:nvSpPr>
          <p:cNvPr id="18" name="TextBox 17">
            <a:extLst>
              <a:ext uri="{FF2B5EF4-FFF2-40B4-BE49-F238E27FC236}">
                <a16:creationId xmlns:a16="http://schemas.microsoft.com/office/drawing/2014/main" id="{2F0FC399-1E99-64E5-3C59-25E3AD9900B6}"/>
              </a:ext>
            </a:extLst>
          </p:cNvPr>
          <p:cNvSpPr txBox="1"/>
          <p:nvPr userDrawn="1"/>
        </p:nvSpPr>
        <p:spPr>
          <a:xfrm>
            <a:off x="8331200" y="337402"/>
            <a:ext cx="3860800" cy="406650"/>
          </a:xfrm>
          <a:prstGeom prst="rect">
            <a:avLst/>
          </a:prstGeom>
          <a:noFill/>
        </p:spPr>
        <p:txBody>
          <a:bodyPr wrap="square" rtlCol="0">
            <a:spAutoFit/>
          </a:bodyPr>
          <a:lstStyle/>
          <a:p>
            <a:pPr algn="ctr">
              <a:lnSpc>
                <a:spcPct val="107000"/>
              </a:lnSpc>
              <a:spcAft>
                <a:spcPts val="800"/>
              </a:spcAft>
            </a:pPr>
            <a:r>
              <a:rPr lang="en-GB" sz="2000" b="1" i="1" dirty="0">
                <a:solidFill>
                  <a:schemeClr val="bg1"/>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406206" y="2767280"/>
            <a:ext cx="3657793" cy="1323439"/>
          </a:xfrm>
        </p:spPr>
        <p:txBody>
          <a:bodyPr anchor="b">
            <a:normAutofit/>
          </a:bodyPr>
          <a:lstStyle>
            <a:lvl1pPr algn="l">
              <a:lnSpc>
                <a:spcPct val="100000"/>
              </a:lnSpc>
              <a:defRPr sz="4000" b="1" spc="200" baseline="0">
                <a:solidFill>
                  <a:schemeClr val="bg1"/>
                </a:solidFill>
                <a:latin typeface="Nexa Bold" panose="02000000000000000000" pitchFamily="50" charset="0"/>
              </a:defRPr>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406206" y="4590215"/>
            <a:ext cx="3657793" cy="884144"/>
          </a:xfrm>
        </p:spPr>
        <p:txBody>
          <a:bodyPr>
            <a:normAutofit/>
          </a:bodyPr>
          <a:lstStyle>
            <a:lvl1pPr marL="0" indent="0" algn="l">
              <a:buNone/>
              <a:defRPr sz="2400" b="1" i="1">
                <a:solidFill>
                  <a:schemeClr val="bg1"/>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Tree>
    <p:extLst>
      <p:ext uri="{BB962C8B-B14F-4D97-AF65-F5344CB8AC3E}">
        <p14:creationId xmlns:p14="http://schemas.microsoft.com/office/powerpoint/2010/main" val="11649369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lide Simple Logo White/Blue 2">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A1084A2C-5D21-7A98-F6D9-A5AC70C5716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12379" b="28024"/>
          <a:stretch/>
        </p:blipFill>
        <p:spPr>
          <a:xfrm>
            <a:off x="5159912" y="1081454"/>
            <a:ext cx="7032088" cy="5776546"/>
          </a:xfrm>
          <a:prstGeom prst="rect">
            <a:avLst/>
          </a:prstGeom>
        </p:spPr>
      </p:pic>
      <p:sp>
        <p:nvSpPr>
          <p:cNvPr id="18" name="TextBox 17">
            <a:extLst>
              <a:ext uri="{FF2B5EF4-FFF2-40B4-BE49-F238E27FC236}">
                <a16:creationId xmlns:a16="http://schemas.microsoft.com/office/drawing/2014/main" id="{2F0FC399-1E99-64E5-3C59-25E3AD9900B6}"/>
              </a:ext>
            </a:extLst>
          </p:cNvPr>
          <p:cNvSpPr txBox="1"/>
          <p:nvPr userDrawn="1"/>
        </p:nvSpPr>
        <p:spPr>
          <a:xfrm>
            <a:off x="8331200" y="337402"/>
            <a:ext cx="3860800" cy="406650"/>
          </a:xfrm>
          <a:prstGeom prst="rect">
            <a:avLst/>
          </a:prstGeom>
          <a:noFill/>
        </p:spPr>
        <p:txBody>
          <a:bodyPr wrap="square" rtlCol="0">
            <a:spAutoFit/>
          </a:bodyPr>
          <a:lstStyle/>
          <a:p>
            <a:pPr algn="ctr">
              <a:lnSpc>
                <a:spcPct val="107000"/>
              </a:lnSpc>
              <a:spcAft>
                <a:spcPts val="800"/>
              </a:spcAft>
            </a:pPr>
            <a:r>
              <a:rPr lang="en-GB" sz="2000" b="1" i="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rgbClr val="00B0F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406206" y="2767280"/>
            <a:ext cx="3657793" cy="1323439"/>
          </a:xfrm>
        </p:spPr>
        <p:txBody>
          <a:bodyPr anchor="b">
            <a:normAutofit/>
          </a:bodyPr>
          <a:lstStyle>
            <a:lvl1pPr algn="l">
              <a:lnSpc>
                <a:spcPct val="100000"/>
              </a:lnSpc>
              <a:defRPr sz="4000" b="1" spc="200" baseline="0">
                <a:solidFill>
                  <a:srgbClr val="00B0F0"/>
                </a:solidFill>
                <a:latin typeface="Nexa Bold" panose="02000000000000000000" pitchFamily="50" charset="0"/>
              </a:defRPr>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406206" y="4590215"/>
            <a:ext cx="3657793" cy="884144"/>
          </a:xfrm>
        </p:spPr>
        <p:txBody>
          <a:bodyPr>
            <a:normAutofit/>
          </a:bodyPr>
          <a:lstStyle>
            <a:lvl1pPr marL="0" indent="0" algn="l">
              <a:buNone/>
              <a:defRPr sz="2400" b="1"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
        <p:nvSpPr>
          <p:cNvPr id="10" name="Arc 9">
            <a:extLst>
              <a:ext uri="{FF2B5EF4-FFF2-40B4-BE49-F238E27FC236}">
                <a16:creationId xmlns:a16="http://schemas.microsoft.com/office/drawing/2014/main" id="{61F30BF6-4AB5-5793-16E3-01544A52D6F8}"/>
              </a:ext>
            </a:extLst>
          </p:cNvPr>
          <p:cNvSpPr/>
          <p:nvPr userDrawn="1"/>
        </p:nvSpPr>
        <p:spPr>
          <a:xfrm rot="16200000">
            <a:off x="5175955" y="1072085"/>
            <a:ext cx="7920404" cy="7920404"/>
          </a:xfrm>
          <a:prstGeom prst="arc">
            <a:avLst>
              <a:gd name="adj1" fmla="val 14553369"/>
              <a:gd name="adj2" fmla="val 3028724"/>
            </a:avLst>
          </a:prstGeom>
          <a:ln>
            <a:solidFill>
              <a:srgbClr val="00B0F0"/>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spTree>
    <p:extLst>
      <p:ext uri="{BB962C8B-B14F-4D97-AF65-F5344CB8AC3E}">
        <p14:creationId xmlns:p14="http://schemas.microsoft.com/office/powerpoint/2010/main" val="35103588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Simple Logo Blue/Black 3">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2831A6E-5C61-78AF-5D8D-D13531A7B87B}"/>
              </a:ext>
            </a:extLst>
          </p:cNvPr>
          <p:cNvSpPr/>
          <p:nvPr userDrawn="1"/>
        </p:nvSpPr>
        <p:spPr>
          <a:xfrm>
            <a:off x="0" y="0"/>
            <a:ext cx="12192000" cy="6858000"/>
          </a:xfrm>
          <a:prstGeom prst="rect">
            <a:avLst/>
          </a:prstGeom>
          <a:gradFill flip="none" rotWithShape="1">
            <a:gsLst>
              <a:gs pos="0">
                <a:srgbClr val="00B0F0">
                  <a:shade val="30000"/>
                  <a:satMod val="115000"/>
                </a:srgbClr>
              </a:gs>
              <a:gs pos="23000">
                <a:srgbClr val="00B0F0">
                  <a:shade val="67500"/>
                  <a:satMod val="115000"/>
                </a:srgbClr>
              </a:gs>
              <a:gs pos="100000">
                <a:srgbClr val="00B0F0">
                  <a:shade val="100000"/>
                  <a:satMod val="115000"/>
                </a:srgbClr>
              </a:gs>
            </a:gsLst>
            <a:lin ang="13500000" scaled="1"/>
            <a:tileRect/>
          </a:gra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2F0FC399-1E99-64E5-3C59-25E3AD9900B6}"/>
              </a:ext>
            </a:extLst>
          </p:cNvPr>
          <p:cNvSpPr txBox="1"/>
          <p:nvPr userDrawn="1"/>
        </p:nvSpPr>
        <p:spPr>
          <a:xfrm>
            <a:off x="8331200" y="337402"/>
            <a:ext cx="3860800" cy="406650"/>
          </a:xfrm>
          <a:prstGeom prst="rect">
            <a:avLst/>
          </a:prstGeom>
          <a:noFill/>
        </p:spPr>
        <p:txBody>
          <a:bodyPr wrap="square" rtlCol="0">
            <a:spAutoFit/>
          </a:bodyPr>
          <a:lstStyle/>
          <a:p>
            <a:pPr algn="ctr">
              <a:lnSpc>
                <a:spcPct val="107000"/>
              </a:lnSpc>
              <a:spcAft>
                <a:spcPts val="800"/>
              </a:spcAft>
            </a:pPr>
            <a:r>
              <a:rPr lang="en-GB" sz="2000" b="1" i="1" dirty="0">
                <a:solidFill>
                  <a:schemeClr val="bg1"/>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406206" y="2767280"/>
            <a:ext cx="3657793" cy="1323439"/>
          </a:xfrm>
        </p:spPr>
        <p:txBody>
          <a:bodyPr anchor="b">
            <a:normAutofit/>
          </a:bodyPr>
          <a:lstStyle>
            <a:lvl1pPr algn="l">
              <a:lnSpc>
                <a:spcPct val="100000"/>
              </a:lnSpc>
              <a:defRPr sz="4000" b="1" spc="200" baseline="0">
                <a:solidFill>
                  <a:schemeClr val="bg1"/>
                </a:solidFill>
                <a:latin typeface="Nexa Bold" panose="02000000000000000000" pitchFamily="50" charset="0"/>
              </a:defRPr>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406206" y="4590215"/>
            <a:ext cx="3657793" cy="884144"/>
          </a:xfrm>
        </p:spPr>
        <p:txBody>
          <a:bodyPr>
            <a:normAutofit/>
          </a:bodyPr>
          <a:lstStyle>
            <a:lvl1pPr marL="0" indent="0" algn="l">
              <a:buNone/>
              <a:defRPr sz="2400" b="1" i="1">
                <a:solidFill>
                  <a:schemeClr val="bg1"/>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5" name="Picture 4" descr="Logo&#10;&#10;Description automatically generated">
            <a:extLst>
              <a:ext uri="{FF2B5EF4-FFF2-40B4-BE49-F238E27FC236}">
                <a16:creationId xmlns:a16="http://schemas.microsoft.com/office/drawing/2014/main" id="{3F2E9BD9-31F1-4DD0-ADA8-BBC83DFA5C0C}"/>
              </a:ext>
            </a:extLst>
          </p:cNvPr>
          <p:cNvPicPr>
            <a:picLocks noChangeAspect="1"/>
          </p:cNvPicPr>
          <p:nvPr userDrawn="1"/>
        </p:nvPicPr>
        <p:blipFill rotWithShape="1">
          <a:blip r:embed="rId2">
            <a:alphaModFix/>
            <a:extLst>
              <a:ext uri="{28A0092B-C50C-407E-A947-70E740481C1C}">
                <a14:useLocalDpi xmlns:a14="http://schemas.microsoft.com/office/drawing/2010/main" val="0"/>
              </a:ext>
            </a:extLst>
          </a:blip>
          <a:srcRect r="12509" b="28208"/>
          <a:stretch/>
        </p:blipFill>
        <p:spPr>
          <a:xfrm>
            <a:off x="5152292" y="1081454"/>
            <a:ext cx="7039708" cy="5776546"/>
          </a:xfrm>
          <a:prstGeom prst="rect">
            <a:avLst/>
          </a:prstGeom>
        </p:spPr>
      </p:pic>
    </p:spTree>
    <p:extLst>
      <p:ext uri="{BB962C8B-B14F-4D97-AF65-F5344CB8AC3E}">
        <p14:creationId xmlns:p14="http://schemas.microsoft.com/office/powerpoint/2010/main" val="12781706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Simple Logo White/Black 4">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2F0FC399-1E99-64E5-3C59-25E3AD9900B6}"/>
              </a:ext>
            </a:extLst>
          </p:cNvPr>
          <p:cNvSpPr txBox="1"/>
          <p:nvPr userDrawn="1"/>
        </p:nvSpPr>
        <p:spPr>
          <a:xfrm>
            <a:off x="8331200" y="337402"/>
            <a:ext cx="3860800" cy="406650"/>
          </a:xfrm>
          <a:prstGeom prst="rect">
            <a:avLst/>
          </a:prstGeom>
          <a:noFill/>
        </p:spPr>
        <p:txBody>
          <a:bodyPr wrap="square" rtlCol="0">
            <a:spAutoFit/>
          </a:bodyPr>
          <a:lstStyle/>
          <a:p>
            <a:pPr algn="ctr">
              <a:lnSpc>
                <a:spcPct val="107000"/>
              </a:lnSpc>
              <a:spcAft>
                <a:spcPts val="800"/>
              </a:spcAft>
            </a:pPr>
            <a:r>
              <a:rPr lang="en-GB" sz="2000" b="1" i="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rgbClr val="00B0F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406206" y="2767280"/>
            <a:ext cx="3657793" cy="1323439"/>
          </a:xfrm>
        </p:spPr>
        <p:txBody>
          <a:bodyPr anchor="b">
            <a:normAutofit/>
          </a:bodyPr>
          <a:lstStyle>
            <a:lvl1pPr algn="l">
              <a:lnSpc>
                <a:spcPct val="100000"/>
              </a:lnSpc>
              <a:defRPr sz="4000" b="1" spc="200" baseline="0">
                <a:solidFill>
                  <a:srgbClr val="00B0F0"/>
                </a:solidFill>
                <a:latin typeface="Nexa Bold" panose="02000000000000000000" pitchFamily="50" charset="0"/>
              </a:defRPr>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406206" y="4590215"/>
            <a:ext cx="3657793" cy="884144"/>
          </a:xfrm>
        </p:spPr>
        <p:txBody>
          <a:bodyPr>
            <a:normAutofit/>
          </a:bodyPr>
          <a:lstStyle>
            <a:lvl1pPr marL="0" indent="0" algn="l">
              <a:buNone/>
              <a:defRPr sz="2400" b="1"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5" name="Picture 4" descr="Logo&#10;&#10;Description automatically generated">
            <a:extLst>
              <a:ext uri="{FF2B5EF4-FFF2-40B4-BE49-F238E27FC236}">
                <a16:creationId xmlns:a16="http://schemas.microsoft.com/office/drawing/2014/main" id="{3F2E9BD9-31F1-4DD0-ADA8-BBC83DFA5C0C}"/>
              </a:ext>
            </a:extLst>
          </p:cNvPr>
          <p:cNvPicPr>
            <a:picLocks noChangeAspect="1"/>
          </p:cNvPicPr>
          <p:nvPr userDrawn="1"/>
        </p:nvPicPr>
        <p:blipFill rotWithShape="1">
          <a:blip r:embed="rId2">
            <a:alphaModFix/>
            <a:extLst>
              <a:ext uri="{28A0092B-C50C-407E-A947-70E740481C1C}">
                <a14:useLocalDpi xmlns:a14="http://schemas.microsoft.com/office/drawing/2010/main" val="0"/>
              </a:ext>
            </a:extLst>
          </a:blip>
          <a:srcRect r="12509" b="28208"/>
          <a:stretch/>
        </p:blipFill>
        <p:spPr>
          <a:xfrm>
            <a:off x="5152292" y="1081454"/>
            <a:ext cx="7039708" cy="5776546"/>
          </a:xfrm>
          <a:prstGeom prst="rect">
            <a:avLst/>
          </a:prstGeom>
        </p:spPr>
      </p:pic>
    </p:spTree>
    <p:extLst>
      <p:ext uri="{BB962C8B-B14F-4D97-AF65-F5344CB8AC3E}">
        <p14:creationId xmlns:p14="http://schemas.microsoft.com/office/powerpoint/2010/main" val="28124968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Simple Logo White/Black 5">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A1084A2C-5D21-7A98-F6D9-A5AC70C57166}"/>
              </a:ext>
            </a:extLst>
          </p:cNvPr>
          <p:cNvPicPr>
            <a:picLocks noChangeAspect="1"/>
          </p:cNvPicPr>
          <p:nvPr userDrawn="1"/>
        </p:nvPicPr>
        <p:blipFill rotWithShape="1">
          <a:blip r:embed="rId2">
            <a:grayscl/>
            <a:extLst>
              <a:ext uri="{28A0092B-C50C-407E-A947-70E740481C1C}">
                <a14:useLocalDpi xmlns:a14="http://schemas.microsoft.com/office/drawing/2010/main" val="0"/>
              </a:ext>
            </a:extLst>
          </a:blip>
          <a:srcRect r="12379" b="28024"/>
          <a:stretch/>
        </p:blipFill>
        <p:spPr>
          <a:xfrm>
            <a:off x="5159912" y="1081454"/>
            <a:ext cx="7032088" cy="5776546"/>
          </a:xfrm>
          <a:prstGeom prst="rect">
            <a:avLst/>
          </a:prstGeom>
        </p:spPr>
      </p:pic>
      <p:sp>
        <p:nvSpPr>
          <p:cNvPr id="18" name="TextBox 17">
            <a:extLst>
              <a:ext uri="{FF2B5EF4-FFF2-40B4-BE49-F238E27FC236}">
                <a16:creationId xmlns:a16="http://schemas.microsoft.com/office/drawing/2014/main" id="{2F0FC399-1E99-64E5-3C59-25E3AD9900B6}"/>
              </a:ext>
            </a:extLst>
          </p:cNvPr>
          <p:cNvSpPr txBox="1"/>
          <p:nvPr userDrawn="1"/>
        </p:nvSpPr>
        <p:spPr>
          <a:xfrm>
            <a:off x="8331200" y="337402"/>
            <a:ext cx="3860800" cy="406650"/>
          </a:xfrm>
          <a:prstGeom prst="rect">
            <a:avLst/>
          </a:prstGeom>
          <a:noFill/>
        </p:spPr>
        <p:txBody>
          <a:bodyPr wrap="square" rtlCol="0">
            <a:spAutoFit/>
          </a:bodyPr>
          <a:lstStyle/>
          <a:p>
            <a:pPr algn="ctr">
              <a:lnSpc>
                <a:spcPct val="107000"/>
              </a:lnSpc>
              <a:spcAft>
                <a:spcPts val="800"/>
              </a:spcAft>
            </a:pPr>
            <a:r>
              <a:rPr lang="en-GB" sz="2000" b="1" i="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rgbClr val="00B0F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406206" y="2767280"/>
            <a:ext cx="3657793" cy="1323439"/>
          </a:xfrm>
        </p:spPr>
        <p:txBody>
          <a:bodyPr anchor="b">
            <a:normAutofit/>
          </a:bodyPr>
          <a:lstStyle>
            <a:lvl1pPr algn="l">
              <a:lnSpc>
                <a:spcPct val="100000"/>
              </a:lnSpc>
              <a:defRPr sz="4000" b="1" spc="200" baseline="0">
                <a:solidFill>
                  <a:srgbClr val="00B0F0"/>
                </a:solidFill>
                <a:latin typeface="Nexa Bold" panose="02000000000000000000" pitchFamily="50" charset="0"/>
              </a:defRPr>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406206" y="4590215"/>
            <a:ext cx="3657793" cy="884144"/>
          </a:xfrm>
        </p:spPr>
        <p:txBody>
          <a:bodyPr>
            <a:normAutofit/>
          </a:bodyPr>
          <a:lstStyle>
            <a:lvl1pPr marL="0" indent="0" algn="l">
              <a:buNone/>
              <a:defRPr sz="2400" b="1"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
        <p:nvSpPr>
          <p:cNvPr id="10" name="Arc 9">
            <a:extLst>
              <a:ext uri="{FF2B5EF4-FFF2-40B4-BE49-F238E27FC236}">
                <a16:creationId xmlns:a16="http://schemas.microsoft.com/office/drawing/2014/main" id="{61F30BF6-4AB5-5793-16E3-01544A52D6F8}"/>
              </a:ext>
            </a:extLst>
          </p:cNvPr>
          <p:cNvSpPr/>
          <p:nvPr userDrawn="1"/>
        </p:nvSpPr>
        <p:spPr>
          <a:xfrm rot="16200000">
            <a:off x="5175955" y="1072085"/>
            <a:ext cx="7920404" cy="7920404"/>
          </a:xfrm>
          <a:prstGeom prst="arc">
            <a:avLst>
              <a:gd name="adj1" fmla="val 14553369"/>
              <a:gd name="adj2" fmla="val 3028724"/>
            </a:avLst>
          </a:prstGeom>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spTree>
    <p:extLst>
      <p:ext uri="{BB962C8B-B14F-4D97-AF65-F5344CB8AC3E}">
        <p14:creationId xmlns:p14="http://schemas.microsoft.com/office/powerpoint/2010/main" val="3165627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Slide Blue/White 1">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2831A6E-5C61-78AF-5D8D-D13531A7B87B}"/>
              </a:ext>
            </a:extLst>
          </p:cNvPr>
          <p:cNvSpPr/>
          <p:nvPr userDrawn="1"/>
        </p:nvSpPr>
        <p:spPr>
          <a:xfrm>
            <a:off x="0" y="0"/>
            <a:ext cx="12192000" cy="6858000"/>
          </a:xfrm>
          <a:prstGeom prst="rect">
            <a:avLst/>
          </a:prstGeom>
          <a:gradFill flip="none" rotWithShape="1">
            <a:gsLst>
              <a:gs pos="0">
                <a:srgbClr val="00B0F0">
                  <a:shade val="30000"/>
                  <a:satMod val="115000"/>
                </a:srgbClr>
              </a:gs>
              <a:gs pos="23000">
                <a:srgbClr val="00B0F0">
                  <a:shade val="67500"/>
                  <a:satMod val="115000"/>
                </a:srgbClr>
              </a:gs>
              <a:gs pos="100000">
                <a:srgbClr val="00B0F0">
                  <a:shade val="100000"/>
                  <a:satMod val="115000"/>
                </a:srgbClr>
              </a:gs>
            </a:gsLst>
            <a:lin ang="13500000" scaled="1"/>
            <a:tileRect/>
          </a:gra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5" name="Picture 14">
            <a:extLst>
              <a:ext uri="{FF2B5EF4-FFF2-40B4-BE49-F238E27FC236}">
                <a16:creationId xmlns:a16="http://schemas.microsoft.com/office/drawing/2014/main" id="{A1084A2C-5D21-7A98-F6D9-A5AC70C5716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12379" b="28024"/>
          <a:stretch/>
        </p:blipFill>
        <p:spPr>
          <a:xfrm>
            <a:off x="5159912" y="1081454"/>
            <a:ext cx="7032088" cy="5776546"/>
          </a:xfrm>
          <a:prstGeom prst="rect">
            <a:avLst/>
          </a:prstGeom>
        </p:spPr>
      </p:pic>
      <p:sp>
        <p:nvSpPr>
          <p:cNvPr id="18" name="TextBox 17">
            <a:extLst>
              <a:ext uri="{FF2B5EF4-FFF2-40B4-BE49-F238E27FC236}">
                <a16:creationId xmlns:a16="http://schemas.microsoft.com/office/drawing/2014/main" id="{2F0FC399-1E99-64E5-3C59-25E3AD9900B6}"/>
              </a:ext>
            </a:extLst>
          </p:cNvPr>
          <p:cNvSpPr txBox="1"/>
          <p:nvPr userDrawn="1"/>
        </p:nvSpPr>
        <p:spPr>
          <a:xfrm>
            <a:off x="304702" y="6234109"/>
            <a:ext cx="3860800" cy="406650"/>
          </a:xfrm>
          <a:prstGeom prst="rect">
            <a:avLst/>
          </a:prstGeom>
          <a:noFill/>
        </p:spPr>
        <p:txBody>
          <a:bodyPr wrap="square" rtlCol="0">
            <a:spAutoFit/>
          </a:bodyPr>
          <a:lstStyle/>
          <a:p>
            <a:pPr algn="ctr">
              <a:lnSpc>
                <a:spcPct val="107000"/>
              </a:lnSpc>
              <a:spcAft>
                <a:spcPts val="800"/>
              </a:spcAft>
            </a:pPr>
            <a:r>
              <a:rPr lang="en-GB" sz="2000" b="1" i="1" dirty="0">
                <a:solidFill>
                  <a:schemeClr val="bg1"/>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hasCustomPrompt="1"/>
          </p:nvPr>
        </p:nvSpPr>
        <p:spPr>
          <a:xfrm>
            <a:off x="406206" y="2767280"/>
            <a:ext cx="3657793" cy="1323439"/>
          </a:xfrm>
        </p:spPr>
        <p:txBody>
          <a:bodyPr anchor="b">
            <a:normAutofit/>
          </a:bodyPr>
          <a:lstStyle>
            <a:lvl1pPr algn="l">
              <a:lnSpc>
                <a:spcPct val="100000"/>
              </a:lnSpc>
              <a:defRPr sz="4000" b="1" spc="200" baseline="0">
                <a:solidFill>
                  <a:schemeClr val="bg1"/>
                </a:solidFill>
                <a:latin typeface="Nexa Bold" panose="02000000000000000000" pitchFamily="50" charset="0"/>
              </a:defRPr>
            </a:lvl1pPr>
          </a:lstStyle>
          <a:p>
            <a:r>
              <a:rPr lang="en-US" dirty="0"/>
              <a:t>Divider Slide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hasCustomPrompt="1"/>
          </p:nvPr>
        </p:nvSpPr>
        <p:spPr>
          <a:xfrm>
            <a:off x="406206" y="4590215"/>
            <a:ext cx="3657793" cy="884144"/>
          </a:xfrm>
        </p:spPr>
        <p:txBody>
          <a:bodyPr>
            <a:normAutofit/>
          </a:bodyPr>
          <a:lstStyle>
            <a:lvl1pPr marL="0" indent="0" algn="l">
              <a:buNone/>
              <a:defRPr sz="2400" b="1" i="1">
                <a:solidFill>
                  <a:schemeClr val="bg1"/>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Subtopic</a:t>
            </a:r>
            <a:endParaRPr lang="en-GB" dirty="0"/>
          </a:p>
        </p:txBody>
      </p:sp>
    </p:spTree>
    <p:extLst>
      <p:ext uri="{BB962C8B-B14F-4D97-AF65-F5344CB8AC3E}">
        <p14:creationId xmlns:p14="http://schemas.microsoft.com/office/powerpoint/2010/main" val="5155858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vider Slide White/Blue 2">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A1084A2C-5D21-7A98-F6D9-A5AC70C5716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12379" b="28024"/>
          <a:stretch/>
        </p:blipFill>
        <p:spPr>
          <a:xfrm>
            <a:off x="5159912" y="1081454"/>
            <a:ext cx="7032088" cy="5776546"/>
          </a:xfrm>
          <a:prstGeom prst="rect">
            <a:avLst/>
          </a:prstGeom>
        </p:spPr>
      </p:pic>
      <p:sp>
        <p:nvSpPr>
          <p:cNvPr id="18" name="TextBox 17">
            <a:extLst>
              <a:ext uri="{FF2B5EF4-FFF2-40B4-BE49-F238E27FC236}">
                <a16:creationId xmlns:a16="http://schemas.microsoft.com/office/drawing/2014/main" id="{2F0FC399-1E99-64E5-3C59-25E3AD9900B6}"/>
              </a:ext>
            </a:extLst>
          </p:cNvPr>
          <p:cNvSpPr txBox="1"/>
          <p:nvPr userDrawn="1"/>
        </p:nvSpPr>
        <p:spPr>
          <a:xfrm>
            <a:off x="304702" y="6234109"/>
            <a:ext cx="3860800" cy="406650"/>
          </a:xfrm>
          <a:prstGeom prst="rect">
            <a:avLst/>
          </a:prstGeom>
          <a:noFill/>
        </p:spPr>
        <p:txBody>
          <a:bodyPr wrap="square" rtlCol="0">
            <a:spAutoFit/>
          </a:bodyPr>
          <a:lstStyle/>
          <a:p>
            <a:pPr algn="ctr">
              <a:lnSpc>
                <a:spcPct val="107000"/>
              </a:lnSpc>
              <a:spcAft>
                <a:spcPts val="800"/>
              </a:spcAft>
            </a:pPr>
            <a:r>
              <a:rPr lang="en-GB" sz="2000" b="1" i="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rgbClr val="00B0F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hasCustomPrompt="1"/>
          </p:nvPr>
        </p:nvSpPr>
        <p:spPr>
          <a:xfrm>
            <a:off x="406206" y="2767280"/>
            <a:ext cx="3657793" cy="1323439"/>
          </a:xfrm>
        </p:spPr>
        <p:txBody>
          <a:bodyPr anchor="b">
            <a:normAutofit/>
          </a:bodyPr>
          <a:lstStyle>
            <a:lvl1pPr algn="l">
              <a:lnSpc>
                <a:spcPct val="100000"/>
              </a:lnSpc>
              <a:defRPr sz="4000" b="1" spc="200" baseline="0">
                <a:solidFill>
                  <a:srgbClr val="00B0F0"/>
                </a:solidFill>
                <a:latin typeface="Nexa Bold" panose="02000000000000000000" pitchFamily="50" charset="0"/>
              </a:defRPr>
            </a:lvl1pPr>
          </a:lstStyle>
          <a:p>
            <a:r>
              <a:rPr lang="en-US" dirty="0"/>
              <a:t>Divider Slide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hasCustomPrompt="1"/>
          </p:nvPr>
        </p:nvSpPr>
        <p:spPr>
          <a:xfrm>
            <a:off x="406206" y="4590215"/>
            <a:ext cx="3657793" cy="884144"/>
          </a:xfrm>
        </p:spPr>
        <p:txBody>
          <a:bodyPr>
            <a:normAutofit/>
          </a:bodyPr>
          <a:lstStyle>
            <a:lvl1pPr marL="0" indent="0" algn="l">
              <a:buNone/>
              <a:defRPr sz="2400" b="1"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Subtopic</a:t>
            </a:r>
            <a:endParaRPr lang="en-GB" dirty="0"/>
          </a:p>
        </p:txBody>
      </p:sp>
      <p:sp>
        <p:nvSpPr>
          <p:cNvPr id="5" name="Arc 4">
            <a:extLst>
              <a:ext uri="{FF2B5EF4-FFF2-40B4-BE49-F238E27FC236}">
                <a16:creationId xmlns:a16="http://schemas.microsoft.com/office/drawing/2014/main" id="{0CD09993-40FE-D87D-E713-03530C1AD52C}"/>
              </a:ext>
            </a:extLst>
          </p:cNvPr>
          <p:cNvSpPr/>
          <p:nvPr userDrawn="1"/>
        </p:nvSpPr>
        <p:spPr>
          <a:xfrm rot="16200000">
            <a:off x="5175955" y="1072085"/>
            <a:ext cx="7920404" cy="7920404"/>
          </a:xfrm>
          <a:prstGeom prst="arc">
            <a:avLst>
              <a:gd name="adj1" fmla="val 14553369"/>
              <a:gd name="adj2" fmla="val 3028724"/>
            </a:avLst>
          </a:prstGeom>
          <a:ln>
            <a:solidFill>
              <a:srgbClr val="00B0F0"/>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spTree>
    <p:extLst>
      <p:ext uri="{BB962C8B-B14F-4D97-AF65-F5344CB8AC3E}">
        <p14:creationId xmlns:p14="http://schemas.microsoft.com/office/powerpoint/2010/main" val="27880666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 Slide Blue/Black 3">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2831A6E-5C61-78AF-5D8D-D13531A7B87B}"/>
              </a:ext>
            </a:extLst>
          </p:cNvPr>
          <p:cNvSpPr/>
          <p:nvPr userDrawn="1"/>
        </p:nvSpPr>
        <p:spPr>
          <a:xfrm>
            <a:off x="0" y="0"/>
            <a:ext cx="12192000" cy="6858000"/>
          </a:xfrm>
          <a:prstGeom prst="rect">
            <a:avLst/>
          </a:prstGeom>
          <a:gradFill flip="none" rotWithShape="1">
            <a:gsLst>
              <a:gs pos="0">
                <a:srgbClr val="00B0F0">
                  <a:shade val="30000"/>
                  <a:satMod val="115000"/>
                </a:srgbClr>
              </a:gs>
              <a:gs pos="23000">
                <a:srgbClr val="00B0F0">
                  <a:shade val="67500"/>
                  <a:satMod val="115000"/>
                </a:srgbClr>
              </a:gs>
              <a:gs pos="100000">
                <a:srgbClr val="00B0F0">
                  <a:shade val="100000"/>
                  <a:satMod val="115000"/>
                </a:srgbClr>
              </a:gs>
            </a:gsLst>
            <a:lin ang="13500000" scaled="1"/>
            <a:tileRect/>
          </a:gra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2F0FC399-1E99-64E5-3C59-25E3AD9900B6}"/>
              </a:ext>
            </a:extLst>
          </p:cNvPr>
          <p:cNvSpPr txBox="1"/>
          <p:nvPr userDrawn="1"/>
        </p:nvSpPr>
        <p:spPr>
          <a:xfrm>
            <a:off x="304702" y="6234109"/>
            <a:ext cx="3860800" cy="406650"/>
          </a:xfrm>
          <a:prstGeom prst="rect">
            <a:avLst/>
          </a:prstGeom>
          <a:noFill/>
        </p:spPr>
        <p:txBody>
          <a:bodyPr wrap="square" rtlCol="0">
            <a:spAutoFit/>
          </a:bodyPr>
          <a:lstStyle/>
          <a:p>
            <a:pPr algn="ctr">
              <a:lnSpc>
                <a:spcPct val="107000"/>
              </a:lnSpc>
              <a:spcAft>
                <a:spcPts val="800"/>
              </a:spcAft>
            </a:pPr>
            <a:r>
              <a:rPr lang="en-GB" sz="2000" b="1" i="1" dirty="0">
                <a:solidFill>
                  <a:schemeClr val="bg1"/>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hasCustomPrompt="1"/>
          </p:nvPr>
        </p:nvSpPr>
        <p:spPr>
          <a:xfrm>
            <a:off x="406206" y="2767280"/>
            <a:ext cx="3657793" cy="1323439"/>
          </a:xfrm>
        </p:spPr>
        <p:txBody>
          <a:bodyPr anchor="b">
            <a:normAutofit/>
          </a:bodyPr>
          <a:lstStyle>
            <a:lvl1pPr algn="l">
              <a:lnSpc>
                <a:spcPct val="100000"/>
              </a:lnSpc>
              <a:defRPr sz="4000" b="1" spc="200" baseline="0">
                <a:solidFill>
                  <a:schemeClr val="bg1"/>
                </a:solidFill>
                <a:latin typeface="Nexa Bold" panose="02000000000000000000" pitchFamily="50" charset="0"/>
              </a:defRPr>
            </a:lvl1pPr>
          </a:lstStyle>
          <a:p>
            <a:r>
              <a:rPr lang="en-US" dirty="0"/>
              <a:t>Divider Slide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hasCustomPrompt="1"/>
          </p:nvPr>
        </p:nvSpPr>
        <p:spPr>
          <a:xfrm>
            <a:off x="406206" y="4590215"/>
            <a:ext cx="3657793" cy="884144"/>
          </a:xfrm>
        </p:spPr>
        <p:txBody>
          <a:bodyPr>
            <a:normAutofit/>
          </a:bodyPr>
          <a:lstStyle>
            <a:lvl1pPr marL="0" indent="0" algn="l">
              <a:buNone/>
              <a:defRPr sz="2400" b="1" i="1">
                <a:solidFill>
                  <a:schemeClr val="bg1"/>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Subtopic</a:t>
            </a:r>
            <a:endParaRPr lang="en-GB" dirty="0"/>
          </a:p>
        </p:txBody>
      </p:sp>
      <p:pic>
        <p:nvPicPr>
          <p:cNvPr id="4" name="Picture 3" descr="Logo&#10;&#10;Description automatically generated">
            <a:extLst>
              <a:ext uri="{FF2B5EF4-FFF2-40B4-BE49-F238E27FC236}">
                <a16:creationId xmlns:a16="http://schemas.microsoft.com/office/drawing/2014/main" id="{22815400-80B1-A44B-1B13-B0799E1E5655}"/>
              </a:ext>
            </a:extLst>
          </p:cNvPr>
          <p:cNvPicPr>
            <a:picLocks noChangeAspect="1"/>
          </p:cNvPicPr>
          <p:nvPr userDrawn="1"/>
        </p:nvPicPr>
        <p:blipFill rotWithShape="1">
          <a:blip r:embed="rId2">
            <a:alphaModFix/>
            <a:extLst>
              <a:ext uri="{28A0092B-C50C-407E-A947-70E740481C1C}">
                <a14:useLocalDpi xmlns:a14="http://schemas.microsoft.com/office/drawing/2010/main" val="0"/>
              </a:ext>
            </a:extLst>
          </a:blip>
          <a:srcRect r="12509" b="28208"/>
          <a:stretch/>
        </p:blipFill>
        <p:spPr>
          <a:xfrm>
            <a:off x="5152292" y="1081454"/>
            <a:ext cx="7039708" cy="5776546"/>
          </a:xfrm>
          <a:prstGeom prst="rect">
            <a:avLst/>
          </a:prstGeom>
        </p:spPr>
      </p:pic>
    </p:spTree>
    <p:extLst>
      <p:ext uri="{BB962C8B-B14F-4D97-AF65-F5344CB8AC3E}">
        <p14:creationId xmlns:p14="http://schemas.microsoft.com/office/powerpoint/2010/main" val="6331741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vider Slide Black/White 4">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2F0FC399-1E99-64E5-3C59-25E3AD9900B6}"/>
              </a:ext>
            </a:extLst>
          </p:cNvPr>
          <p:cNvSpPr txBox="1"/>
          <p:nvPr userDrawn="1"/>
        </p:nvSpPr>
        <p:spPr>
          <a:xfrm>
            <a:off x="304702" y="6234109"/>
            <a:ext cx="3860800" cy="406650"/>
          </a:xfrm>
          <a:prstGeom prst="rect">
            <a:avLst/>
          </a:prstGeom>
          <a:noFill/>
        </p:spPr>
        <p:txBody>
          <a:bodyPr wrap="square" rtlCol="0">
            <a:spAutoFit/>
          </a:bodyPr>
          <a:lstStyle/>
          <a:p>
            <a:pPr algn="ctr">
              <a:lnSpc>
                <a:spcPct val="107000"/>
              </a:lnSpc>
              <a:spcAft>
                <a:spcPts val="800"/>
              </a:spcAft>
            </a:pPr>
            <a:r>
              <a:rPr lang="en-GB" sz="2000" b="1" i="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rgbClr val="00B0F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hasCustomPrompt="1"/>
          </p:nvPr>
        </p:nvSpPr>
        <p:spPr>
          <a:xfrm>
            <a:off x="406206" y="2767280"/>
            <a:ext cx="3657793" cy="1323439"/>
          </a:xfrm>
        </p:spPr>
        <p:txBody>
          <a:bodyPr anchor="b">
            <a:normAutofit/>
          </a:bodyPr>
          <a:lstStyle>
            <a:lvl1pPr algn="l">
              <a:lnSpc>
                <a:spcPct val="100000"/>
              </a:lnSpc>
              <a:defRPr sz="4000" b="1" spc="200" baseline="0">
                <a:solidFill>
                  <a:srgbClr val="00B0F0"/>
                </a:solidFill>
                <a:latin typeface="Nexa Bold" panose="02000000000000000000" pitchFamily="50" charset="0"/>
              </a:defRPr>
            </a:lvl1pPr>
          </a:lstStyle>
          <a:p>
            <a:r>
              <a:rPr lang="en-US" dirty="0"/>
              <a:t>Divider Slide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hasCustomPrompt="1"/>
          </p:nvPr>
        </p:nvSpPr>
        <p:spPr>
          <a:xfrm>
            <a:off x="406206" y="4590215"/>
            <a:ext cx="3657793" cy="884144"/>
          </a:xfrm>
        </p:spPr>
        <p:txBody>
          <a:bodyPr>
            <a:normAutofit/>
          </a:bodyPr>
          <a:lstStyle>
            <a:lvl1pPr marL="0" indent="0" algn="l">
              <a:buNone/>
              <a:defRPr sz="2400" b="1"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Subtopic</a:t>
            </a:r>
            <a:endParaRPr lang="en-GB" dirty="0"/>
          </a:p>
        </p:txBody>
      </p:sp>
      <p:pic>
        <p:nvPicPr>
          <p:cNvPr id="4" name="Picture 3" descr="Logo&#10;&#10;Description automatically generated">
            <a:extLst>
              <a:ext uri="{FF2B5EF4-FFF2-40B4-BE49-F238E27FC236}">
                <a16:creationId xmlns:a16="http://schemas.microsoft.com/office/drawing/2014/main" id="{311E6D7D-FA47-43C4-18B5-A38BE31725D3}"/>
              </a:ext>
            </a:extLst>
          </p:cNvPr>
          <p:cNvPicPr>
            <a:picLocks noChangeAspect="1"/>
          </p:cNvPicPr>
          <p:nvPr userDrawn="1"/>
        </p:nvPicPr>
        <p:blipFill rotWithShape="1">
          <a:blip r:embed="rId2">
            <a:alphaModFix/>
            <a:extLst>
              <a:ext uri="{28A0092B-C50C-407E-A947-70E740481C1C}">
                <a14:useLocalDpi xmlns:a14="http://schemas.microsoft.com/office/drawing/2010/main" val="0"/>
              </a:ext>
            </a:extLst>
          </a:blip>
          <a:srcRect r="12509" b="28208"/>
          <a:stretch/>
        </p:blipFill>
        <p:spPr>
          <a:xfrm>
            <a:off x="5152292" y="1081454"/>
            <a:ext cx="7039708" cy="5776546"/>
          </a:xfrm>
          <a:prstGeom prst="rect">
            <a:avLst/>
          </a:prstGeom>
        </p:spPr>
      </p:pic>
    </p:spTree>
    <p:extLst>
      <p:ext uri="{BB962C8B-B14F-4D97-AF65-F5344CB8AC3E}">
        <p14:creationId xmlns:p14="http://schemas.microsoft.com/office/powerpoint/2010/main" val="8425318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Slide White/Grey 5">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2F0FC399-1E99-64E5-3C59-25E3AD9900B6}"/>
              </a:ext>
            </a:extLst>
          </p:cNvPr>
          <p:cNvSpPr txBox="1"/>
          <p:nvPr userDrawn="1"/>
        </p:nvSpPr>
        <p:spPr>
          <a:xfrm>
            <a:off x="304702" y="6234109"/>
            <a:ext cx="3860800" cy="406650"/>
          </a:xfrm>
          <a:prstGeom prst="rect">
            <a:avLst/>
          </a:prstGeom>
          <a:noFill/>
        </p:spPr>
        <p:txBody>
          <a:bodyPr wrap="square" rtlCol="0">
            <a:spAutoFit/>
          </a:bodyPr>
          <a:lstStyle/>
          <a:p>
            <a:pPr algn="ctr">
              <a:lnSpc>
                <a:spcPct val="107000"/>
              </a:lnSpc>
              <a:spcAft>
                <a:spcPts val="800"/>
              </a:spcAft>
            </a:pPr>
            <a:r>
              <a:rPr lang="en-GB" sz="2000" b="1" i="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rgbClr val="00B0F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hasCustomPrompt="1"/>
          </p:nvPr>
        </p:nvSpPr>
        <p:spPr>
          <a:xfrm>
            <a:off x="406206" y="2767280"/>
            <a:ext cx="3657793" cy="1323439"/>
          </a:xfrm>
        </p:spPr>
        <p:txBody>
          <a:bodyPr anchor="b">
            <a:normAutofit/>
          </a:bodyPr>
          <a:lstStyle>
            <a:lvl1pPr algn="l">
              <a:lnSpc>
                <a:spcPct val="100000"/>
              </a:lnSpc>
              <a:defRPr sz="4000" b="1" spc="200" baseline="0">
                <a:solidFill>
                  <a:srgbClr val="00B0F0"/>
                </a:solidFill>
                <a:latin typeface="Nexa Bold" panose="02000000000000000000" pitchFamily="50" charset="0"/>
              </a:defRPr>
            </a:lvl1pPr>
          </a:lstStyle>
          <a:p>
            <a:r>
              <a:rPr lang="en-US" dirty="0"/>
              <a:t>Divider Slide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hasCustomPrompt="1"/>
          </p:nvPr>
        </p:nvSpPr>
        <p:spPr>
          <a:xfrm>
            <a:off x="406206" y="4590215"/>
            <a:ext cx="3657793" cy="884144"/>
          </a:xfrm>
        </p:spPr>
        <p:txBody>
          <a:bodyPr>
            <a:normAutofit/>
          </a:bodyPr>
          <a:lstStyle>
            <a:lvl1pPr marL="0" indent="0" algn="l">
              <a:buNone/>
              <a:defRPr sz="2400" b="1"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Subtopic</a:t>
            </a:r>
            <a:endParaRPr lang="en-GB" dirty="0"/>
          </a:p>
        </p:txBody>
      </p:sp>
      <p:grpSp>
        <p:nvGrpSpPr>
          <p:cNvPr id="8" name="Group 7">
            <a:extLst>
              <a:ext uri="{FF2B5EF4-FFF2-40B4-BE49-F238E27FC236}">
                <a16:creationId xmlns:a16="http://schemas.microsoft.com/office/drawing/2014/main" id="{C00CF986-FD5A-5975-2EC8-F0EACE7041A6}"/>
              </a:ext>
            </a:extLst>
          </p:cNvPr>
          <p:cNvGrpSpPr/>
          <p:nvPr userDrawn="1"/>
        </p:nvGrpSpPr>
        <p:grpSpPr>
          <a:xfrm>
            <a:off x="5159912" y="1072085"/>
            <a:ext cx="7936447" cy="7920404"/>
            <a:chOff x="5159912" y="1072085"/>
            <a:chExt cx="7936447" cy="7920404"/>
          </a:xfrm>
        </p:grpSpPr>
        <p:pic>
          <p:nvPicPr>
            <p:cNvPr id="5" name="Picture 4">
              <a:extLst>
                <a:ext uri="{FF2B5EF4-FFF2-40B4-BE49-F238E27FC236}">
                  <a16:creationId xmlns:a16="http://schemas.microsoft.com/office/drawing/2014/main" id="{78369ACA-2F12-CB63-910E-229CF3B4A659}"/>
                </a:ext>
              </a:extLst>
            </p:cNvPr>
            <p:cNvPicPr>
              <a:picLocks noChangeAspect="1"/>
            </p:cNvPicPr>
            <p:nvPr userDrawn="1"/>
          </p:nvPicPr>
          <p:blipFill rotWithShape="1">
            <a:blip r:embed="rId2">
              <a:grayscl/>
              <a:extLst>
                <a:ext uri="{28A0092B-C50C-407E-A947-70E740481C1C}">
                  <a14:useLocalDpi xmlns:a14="http://schemas.microsoft.com/office/drawing/2010/main" val="0"/>
                </a:ext>
              </a:extLst>
            </a:blip>
            <a:srcRect r="12379" b="28024"/>
            <a:stretch/>
          </p:blipFill>
          <p:spPr>
            <a:xfrm>
              <a:off x="5159912" y="1081454"/>
              <a:ext cx="7032088" cy="5776546"/>
            </a:xfrm>
            <a:prstGeom prst="rect">
              <a:avLst/>
            </a:prstGeom>
          </p:spPr>
        </p:pic>
        <p:sp>
          <p:nvSpPr>
            <p:cNvPr id="6" name="Arc 5">
              <a:extLst>
                <a:ext uri="{FF2B5EF4-FFF2-40B4-BE49-F238E27FC236}">
                  <a16:creationId xmlns:a16="http://schemas.microsoft.com/office/drawing/2014/main" id="{AA18C82D-3997-C9C4-9292-DDEE574A48F2}"/>
                </a:ext>
              </a:extLst>
            </p:cNvPr>
            <p:cNvSpPr/>
            <p:nvPr userDrawn="1"/>
          </p:nvSpPr>
          <p:spPr>
            <a:xfrm rot="16200000">
              <a:off x="5175955" y="1072085"/>
              <a:ext cx="7920404" cy="7920404"/>
            </a:xfrm>
            <a:prstGeom prst="arc">
              <a:avLst>
                <a:gd name="adj1" fmla="val 14553369"/>
                <a:gd name="adj2" fmla="val 3028724"/>
              </a:avLst>
            </a:prstGeom>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grpSp>
    </p:spTree>
    <p:extLst>
      <p:ext uri="{BB962C8B-B14F-4D97-AF65-F5344CB8AC3E}">
        <p14:creationId xmlns:p14="http://schemas.microsoft.com/office/powerpoint/2010/main" val="188962059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 Slide White/Grey Small Logo 6">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2F0FC399-1E99-64E5-3C59-25E3AD9900B6}"/>
              </a:ext>
            </a:extLst>
          </p:cNvPr>
          <p:cNvSpPr txBox="1"/>
          <p:nvPr userDrawn="1"/>
        </p:nvSpPr>
        <p:spPr>
          <a:xfrm>
            <a:off x="304702" y="6234109"/>
            <a:ext cx="3860800" cy="406650"/>
          </a:xfrm>
          <a:prstGeom prst="rect">
            <a:avLst/>
          </a:prstGeom>
          <a:noFill/>
        </p:spPr>
        <p:txBody>
          <a:bodyPr wrap="square" rtlCol="0">
            <a:spAutoFit/>
          </a:bodyPr>
          <a:lstStyle/>
          <a:p>
            <a:pPr algn="ctr">
              <a:lnSpc>
                <a:spcPct val="107000"/>
              </a:lnSpc>
              <a:spcAft>
                <a:spcPts val="800"/>
              </a:spcAft>
            </a:pPr>
            <a:r>
              <a:rPr lang="en-GB" sz="2000" b="1" i="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rgbClr val="00B0F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hasCustomPrompt="1"/>
          </p:nvPr>
        </p:nvSpPr>
        <p:spPr>
          <a:xfrm>
            <a:off x="406206" y="2767280"/>
            <a:ext cx="3657793" cy="1323439"/>
          </a:xfrm>
        </p:spPr>
        <p:txBody>
          <a:bodyPr anchor="b">
            <a:normAutofit/>
          </a:bodyPr>
          <a:lstStyle>
            <a:lvl1pPr algn="l">
              <a:lnSpc>
                <a:spcPct val="100000"/>
              </a:lnSpc>
              <a:defRPr sz="4000" b="1" spc="200" baseline="0">
                <a:solidFill>
                  <a:srgbClr val="00B0F0"/>
                </a:solidFill>
                <a:latin typeface="Nexa Bold" panose="02000000000000000000" pitchFamily="50" charset="0"/>
              </a:defRPr>
            </a:lvl1pPr>
          </a:lstStyle>
          <a:p>
            <a:r>
              <a:rPr lang="en-US" dirty="0"/>
              <a:t>Divider Slide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hasCustomPrompt="1"/>
          </p:nvPr>
        </p:nvSpPr>
        <p:spPr>
          <a:xfrm>
            <a:off x="406206" y="4590215"/>
            <a:ext cx="3657793" cy="884144"/>
          </a:xfrm>
        </p:spPr>
        <p:txBody>
          <a:bodyPr>
            <a:normAutofit/>
          </a:bodyPr>
          <a:lstStyle>
            <a:lvl1pPr marL="0" indent="0" algn="l">
              <a:buNone/>
              <a:defRPr sz="2400" b="1"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Subtopic</a:t>
            </a:r>
            <a:endParaRPr lang="en-GB" dirty="0"/>
          </a:p>
        </p:txBody>
      </p:sp>
      <p:pic>
        <p:nvPicPr>
          <p:cNvPr id="5" name="Picture 4">
            <a:extLst>
              <a:ext uri="{FF2B5EF4-FFF2-40B4-BE49-F238E27FC236}">
                <a16:creationId xmlns:a16="http://schemas.microsoft.com/office/drawing/2014/main" id="{78369ACA-2F12-CB63-910E-229CF3B4A659}"/>
              </a:ext>
            </a:extLst>
          </p:cNvPr>
          <p:cNvPicPr>
            <a:picLocks noChangeAspect="1"/>
          </p:cNvPicPr>
          <p:nvPr userDrawn="1"/>
        </p:nvPicPr>
        <p:blipFill rotWithShape="1">
          <a:blip r:embed="rId2">
            <a:grayscl/>
            <a:extLst>
              <a:ext uri="{28A0092B-C50C-407E-A947-70E740481C1C}">
                <a14:useLocalDpi xmlns:a14="http://schemas.microsoft.com/office/drawing/2010/main" val="0"/>
              </a:ext>
            </a:extLst>
          </a:blip>
          <a:srcRect r="12379" b="28024"/>
          <a:stretch/>
        </p:blipFill>
        <p:spPr>
          <a:xfrm>
            <a:off x="7209216" y="2764866"/>
            <a:ext cx="4982784" cy="4093134"/>
          </a:xfrm>
          <a:prstGeom prst="rect">
            <a:avLst/>
          </a:prstGeom>
        </p:spPr>
      </p:pic>
      <p:sp>
        <p:nvSpPr>
          <p:cNvPr id="6" name="Arc 5">
            <a:extLst>
              <a:ext uri="{FF2B5EF4-FFF2-40B4-BE49-F238E27FC236}">
                <a16:creationId xmlns:a16="http://schemas.microsoft.com/office/drawing/2014/main" id="{AA18C82D-3997-C9C4-9292-DDEE574A48F2}"/>
              </a:ext>
            </a:extLst>
          </p:cNvPr>
          <p:cNvSpPr/>
          <p:nvPr userDrawn="1"/>
        </p:nvSpPr>
        <p:spPr>
          <a:xfrm rot="16200000">
            <a:off x="7220584" y="2758227"/>
            <a:ext cx="5612225" cy="5612225"/>
          </a:xfrm>
          <a:prstGeom prst="arc">
            <a:avLst>
              <a:gd name="adj1" fmla="val 14553369"/>
              <a:gd name="adj2" fmla="val 3028724"/>
            </a:avLst>
          </a:prstGeom>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spTree>
    <p:extLst>
      <p:ext uri="{BB962C8B-B14F-4D97-AF65-F5344CB8AC3E}">
        <p14:creationId xmlns:p14="http://schemas.microsoft.com/office/powerpoint/2010/main" val="39829780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Simp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6246F-D609-1C10-0EB3-9CF35C14BE22}"/>
              </a:ext>
            </a:extLst>
          </p:cNvPr>
          <p:cNvSpPr>
            <a:spLocks noGrp="1"/>
          </p:cNvSpPr>
          <p:nvPr>
            <p:ph type="title"/>
          </p:nvPr>
        </p:nvSpPr>
        <p:spPr>
          <a:xfrm>
            <a:off x="1679381" y="120739"/>
            <a:ext cx="8160426" cy="1325563"/>
          </a:xfrm>
        </p:spPr>
        <p:txBody>
          <a:bodyPr/>
          <a:lstStyle>
            <a:lvl1pPr>
              <a:defRPr b="1">
                <a:solidFill>
                  <a:srgbClr val="00B0F0"/>
                </a:solidFill>
                <a:latin typeface="Nexa-Book" panose="01000000000000000000" pitchFamily="2" charset="0"/>
              </a:defRPr>
            </a:lvl1p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AEF542D5-98E3-7038-3BFF-A5325C1D25DC}"/>
              </a:ext>
            </a:extLst>
          </p:cNvPr>
          <p:cNvSpPr>
            <a:spLocks noGrp="1"/>
          </p:cNvSpPr>
          <p:nvPr>
            <p:ph idx="1"/>
          </p:nvPr>
        </p:nvSpPr>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27C9CCB5-FC8A-483F-915E-2A1D073877A4}"/>
              </a:ext>
            </a:extLst>
          </p:cNvPr>
          <p:cNvSpPr>
            <a:spLocks noGrp="1"/>
          </p:cNvSpPr>
          <p:nvPr>
            <p:ph type="dt" sz="half" idx="10"/>
          </p:nvPr>
        </p:nvSpPr>
        <p:spPr/>
        <p:txBody>
          <a:bodyPr/>
          <a:lstStyle/>
          <a:p>
            <a:fld id="{28E8D346-A915-4882-A510-80C55F2B0290}" type="datetimeFigureOut">
              <a:rPr lang="en-GB" smtClean="0"/>
              <a:t>04/10/2026</a:t>
            </a:fld>
            <a:endParaRPr lang="en-GB"/>
          </a:p>
        </p:txBody>
      </p:sp>
      <p:sp>
        <p:nvSpPr>
          <p:cNvPr id="5" name="Footer Placeholder 4">
            <a:extLst>
              <a:ext uri="{FF2B5EF4-FFF2-40B4-BE49-F238E27FC236}">
                <a16:creationId xmlns:a16="http://schemas.microsoft.com/office/drawing/2014/main" id="{0413F7E3-490D-2C48-1565-E6F2210447A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7B220CC-6F22-09A2-7E9D-DA486A432CAE}"/>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7" name="Picture 6" descr="Logo&#10;&#10;Description automatically generated">
            <a:extLst>
              <a:ext uri="{FF2B5EF4-FFF2-40B4-BE49-F238E27FC236}">
                <a16:creationId xmlns:a16="http://schemas.microsoft.com/office/drawing/2014/main" id="{DD1BAC43-B2E1-6547-0894-0809FAA63358}"/>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8" name="Picture 7">
            <a:extLst>
              <a:ext uri="{FF2B5EF4-FFF2-40B4-BE49-F238E27FC236}">
                <a16:creationId xmlns:a16="http://schemas.microsoft.com/office/drawing/2014/main" id="{15A586EE-FFC8-C208-98D9-142C9112AF12}"/>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cxnSp>
        <p:nvCxnSpPr>
          <p:cNvPr id="9" name="Straight Connector 8">
            <a:extLst>
              <a:ext uri="{FF2B5EF4-FFF2-40B4-BE49-F238E27FC236}">
                <a16:creationId xmlns:a16="http://schemas.microsoft.com/office/drawing/2014/main" id="{52E1595E-1FBB-5E6B-0D28-2FE5224DF462}"/>
              </a:ext>
            </a:extLst>
          </p:cNvPr>
          <p:cNvCxnSpPr>
            <a:cxnSpLocks/>
          </p:cNvCxnSpPr>
          <p:nvPr userDrawn="1"/>
        </p:nvCxnSpPr>
        <p:spPr>
          <a:xfrm flipH="1">
            <a:off x="1582194" y="1262685"/>
            <a:ext cx="7513680" cy="0"/>
          </a:xfrm>
          <a:prstGeom prst="line">
            <a:avLst/>
          </a:prstGeom>
        </p:spPr>
        <p:style>
          <a:lnRef idx="3">
            <a:schemeClr val="accent3"/>
          </a:lnRef>
          <a:fillRef idx="0">
            <a:schemeClr val="accent3"/>
          </a:fillRef>
          <a:effectRef idx="2">
            <a:schemeClr val="accent3"/>
          </a:effectRef>
          <a:fontRef idx="minor">
            <a:schemeClr val="tx1"/>
          </a:fontRef>
        </p:style>
      </p:cxnSp>
    </p:spTree>
    <p:extLst>
      <p:ext uri="{BB962C8B-B14F-4D97-AF65-F5344CB8AC3E}">
        <p14:creationId xmlns:p14="http://schemas.microsoft.com/office/powerpoint/2010/main" val="262378546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Log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6246F-D609-1C10-0EB3-9CF35C14BE22}"/>
              </a:ext>
            </a:extLst>
          </p:cNvPr>
          <p:cNvSpPr>
            <a:spLocks noGrp="1"/>
          </p:cNvSpPr>
          <p:nvPr>
            <p:ph type="title"/>
          </p:nvPr>
        </p:nvSpPr>
        <p:spPr>
          <a:xfrm>
            <a:off x="1679381" y="120739"/>
            <a:ext cx="8160426" cy="1325563"/>
          </a:xfrm>
        </p:spPr>
        <p:txBody>
          <a:bodyPr/>
          <a:lstStyle>
            <a:lvl1pPr>
              <a:defRPr b="1">
                <a:solidFill>
                  <a:srgbClr val="00B0F0"/>
                </a:solidFill>
                <a:latin typeface="Nexa-Book" panose="01000000000000000000" pitchFamily="2" charset="0"/>
              </a:defRPr>
            </a:lvl1p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AEF542D5-98E3-7038-3BFF-A5325C1D25DC}"/>
              </a:ext>
            </a:extLst>
          </p:cNvPr>
          <p:cNvSpPr>
            <a:spLocks noGrp="1"/>
          </p:cNvSpPr>
          <p:nvPr>
            <p:ph idx="1"/>
          </p:nvPr>
        </p:nvSpPr>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27C9CCB5-FC8A-483F-915E-2A1D073877A4}"/>
              </a:ext>
            </a:extLst>
          </p:cNvPr>
          <p:cNvSpPr>
            <a:spLocks noGrp="1"/>
          </p:cNvSpPr>
          <p:nvPr>
            <p:ph type="dt" sz="half" idx="10"/>
          </p:nvPr>
        </p:nvSpPr>
        <p:spPr/>
        <p:txBody>
          <a:bodyPr/>
          <a:lstStyle/>
          <a:p>
            <a:fld id="{28E8D346-A915-4882-A510-80C55F2B0290}" type="datetimeFigureOut">
              <a:rPr lang="en-GB" smtClean="0"/>
              <a:t>04/10/2026</a:t>
            </a:fld>
            <a:endParaRPr lang="en-GB"/>
          </a:p>
        </p:txBody>
      </p:sp>
      <p:sp>
        <p:nvSpPr>
          <p:cNvPr id="5" name="Footer Placeholder 4">
            <a:extLst>
              <a:ext uri="{FF2B5EF4-FFF2-40B4-BE49-F238E27FC236}">
                <a16:creationId xmlns:a16="http://schemas.microsoft.com/office/drawing/2014/main" id="{0413F7E3-490D-2C48-1565-E6F2210447A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7B220CC-6F22-09A2-7E9D-DA486A432CAE}"/>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7" name="Picture 6" descr="Logo&#10;&#10;Description automatically generated">
            <a:extLst>
              <a:ext uri="{FF2B5EF4-FFF2-40B4-BE49-F238E27FC236}">
                <a16:creationId xmlns:a16="http://schemas.microsoft.com/office/drawing/2014/main" id="{DD1BAC43-B2E1-6547-0894-0809FAA63358}"/>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8" name="Picture 7">
            <a:extLst>
              <a:ext uri="{FF2B5EF4-FFF2-40B4-BE49-F238E27FC236}">
                <a16:creationId xmlns:a16="http://schemas.microsoft.com/office/drawing/2014/main" id="{15A586EE-FFC8-C208-98D9-142C9112AF12}"/>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cxnSp>
        <p:nvCxnSpPr>
          <p:cNvPr id="9" name="Straight Connector 8">
            <a:extLst>
              <a:ext uri="{FF2B5EF4-FFF2-40B4-BE49-F238E27FC236}">
                <a16:creationId xmlns:a16="http://schemas.microsoft.com/office/drawing/2014/main" id="{52E1595E-1FBB-5E6B-0D28-2FE5224DF462}"/>
              </a:ext>
            </a:extLst>
          </p:cNvPr>
          <p:cNvCxnSpPr>
            <a:cxnSpLocks/>
          </p:cNvCxnSpPr>
          <p:nvPr userDrawn="1"/>
        </p:nvCxnSpPr>
        <p:spPr>
          <a:xfrm flipH="1">
            <a:off x="1582194" y="1262685"/>
            <a:ext cx="7513680" cy="0"/>
          </a:xfrm>
          <a:prstGeom prst="line">
            <a:avLst/>
          </a:prstGeom>
        </p:spPr>
        <p:style>
          <a:lnRef idx="3">
            <a:schemeClr val="accent3"/>
          </a:lnRef>
          <a:fillRef idx="0">
            <a:schemeClr val="accent3"/>
          </a:fillRef>
          <a:effectRef idx="2">
            <a:schemeClr val="accent3"/>
          </a:effectRef>
          <a:fontRef idx="minor">
            <a:schemeClr val="tx1"/>
          </a:fontRef>
        </p:style>
      </p:cxnSp>
      <p:grpSp>
        <p:nvGrpSpPr>
          <p:cNvPr id="16" name="Group 15">
            <a:extLst>
              <a:ext uri="{FF2B5EF4-FFF2-40B4-BE49-F238E27FC236}">
                <a16:creationId xmlns:a16="http://schemas.microsoft.com/office/drawing/2014/main" id="{264BDB03-EE9E-E849-B5B7-7F755201AD96}"/>
              </a:ext>
            </a:extLst>
          </p:cNvPr>
          <p:cNvGrpSpPr/>
          <p:nvPr userDrawn="1"/>
        </p:nvGrpSpPr>
        <p:grpSpPr>
          <a:xfrm>
            <a:off x="7209216" y="2758227"/>
            <a:ext cx="5623593" cy="5612225"/>
            <a:chOff x="7209216" y="2758227"/>
            <a:chExt cx="5623593" cy="5612225"/>
          </a:xfrm>
        </p:grpSpPr>
        <p:pic>
          <p:nvPicPr>
            <p:cNvPr id="14" name="Picture 13">
              <a:extLst>
                <a:ext uri="{FF2B5EF4-FFF2-40B4-BE49-F238E27FC236}">
                  <a16:creationId xmlns:a16="http://schemas.microsoft.com/office/drawing/2014/main" id="{FD3C7453-7434-0F61-820C-861F0B51D336}"/>
                </a:ext>
              </a:extLst>
            </p:cNvPr>
            <p:cNvPicPr>
              <a:picLocks noChangeAspect="1"/>
            </p:cNvPicPr>
            <p:nvPr userDrawn="1"/>
          </p:nvPicPr>
          <p:blipFill rotWithShape="1">
            <a:blip r:embed="rId4">
              <a:grayscl/>
              <a:alphaModFix amt="12000"/>
              <a:extLst>
                <a:ext uri="{28A0092B-C50C-407E-A947-70E740481C1C}">
                  <a14:useLocalDpi xmlns:a14="http://schemas.microsoft.com/office/drawing/2010/main" val="0"/>
                </a:ext>
              </a:extLst>
            </a:blip>
            <a:srcRect r="12379" b="28024"/>
            <a:stretch/>
          </p:blipFill>
          <p:spPr>
            <a:xfrm>
              <a:off x="7209216" y="2764866"/>
              <a:ext cx="4982784" cy="4093134"/>
            </a:xfrm>
            <a:prstGeom prst="rect">
              <a:avLst/>
            </a:prstGeom>
          </p:spPr>
        </p:pic>
        <p:sp>
          <p:nvSpPr>
            <p:cNvPr id="15" name="Arc 14">
              <a:extLst>
                <a:ext uri="{FF2B5EF4-FFF2-40B4-BE49-F238E27FC236}">
                  <a16:creationId xmlns:a16="http://schemas.microsoft.com/office/drawing/2014/main" id="{F965FC7E-67B7-8CA6-E111-C3EE58075659}"/>
                </a:ext>
              </a:extLst>
            </p:cNvPr>
            <p:cNvSpPr/>
            <p:nvPr userDrawn="1"/>
          </p:nvSpPr>
          <p:spPr>
            <a:xfrm rot="16200000">
              <a:off x="7220584" y="2758227"/>
              <a:ext cx="5612225" cy="5612225"/>
            </a:xfrm>
            <a:prstGeom prst="arc">
              <a:avLst>
                <a:gd name="adj1" fmla="val 14553369"/>
                <a:gd name="adj2" fmla="val 3028724"/>
              </a:avLst>
            </a:prstGeom>
            <a:ln>
              <a:solidFill>
                <a:schemeClr val="accent3">
                  <a:alpha val="12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grpSp>
    </p:spTree>
    <p:extLst>
      <p:ext uri="{BB962C8B-B14F-4D97-AF65-F5344CB8AC3E}">
        <p14:creationId xmlns:p14="http://schemas.microsoft.com/office/powerpoint/2010/main" val="339120888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Content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6246F-D609-1C10-0EB3-9CF35C14BE22}"/>
              </a:ext>
            </a:extLst>
          </p:cNvPr>
          <p:cNvSpPr>
            <a:spLocks noGrp="1"/>
          </p:cNvSpPr>
          <p:nvPr>
            <p:ph type="title"/>
          </p:nvPr>
        </p:nvSpPr>
        <p:spPr>
          <a:xfrm>
            <a:off x="1679381" y="120739"/>
            <a:ext cx="8160426" cy="1325563"/>
          </a:xfrm>
        </p:spPr>
        <p:txBody>
          <a:bodyPr/>
          <a:lstStyle>
            <a:lvl1pPr>
              <a:defRPr b="1">
                <a:solidFill>
                  <a:srgbClr val="00B0F0"/>
                </a:solidFill>
                <a:latin typeface="Nexa-Book" panose="01000000000000000000" pitchFamily="2" charset="0"/>
              </a:defRPr>
            </a:lvl1p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AEF542D5-98E3-7038-3BFF-A5325C1D25DC}"/>
              </a:ext>
            </a:extLst>
          </p:cNvPr>
          <p:cNvSpPr>
            <a:spLocks noGrp="1"/>
          </p:cNvSpPr>
          <p:nvPr>
            <p:ph idx="1"/>
          </p:nvPr>
        </p:nvSpPr>
        <p:spPr>
          <a:xfrm>
            <a:off x="838200" y="1821396"/>
            <a:ext cx="4686300" cy="4355567"/>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27C9CCB5-FC8A-483F-915E-2A1D073877A4}"/>
              </a:ext>
            </a:extLst>
          </p:cNvPr>
          <p:cNvSpPr>
            <a:spLocks noGrp="1"/>
          </p:cNvSpPr>
          <p:nvPr>
            <p:ph type="dt" sz="half" idx="10"/>
          </p:nvPr>
        </p:nvSpPr>
        <p:spPr/>
        <p:txBody>
          <a:bodyPr/>
          <a:lstStyle/>
          <a:p>
            <a:fld id="{28E8D346-A915-4882-A510-80C55F2B0290}" type="datetimeFigureOut">
              <a:rPr lang="en-GB" smtClean="0"/>
              <a:t>04/10/2026</a:t>
            </a:fld>
            <a:endParaRPr lang="en-GB"/>
          </a:p>
        </p:txBody>
      </p:sp>
      <p:sp>
        <p:nvSpPr>
          <p:cNvPr id="5" name="Footer Placeholder 4">
            <a:extLst>
              <a:ext uri="{FF2B5EF4-FFF2-40B4-BE49-F238E27FC236}">
                <a16:creationId xmlns:a16="http://schemas.microsoft.com/office/drawing/2014/main" id="{0413F7E3-490D-2C48-1565-E6F2210447A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7B220CC-6F22-09A2-7E9D-DA486A432CAE}"/>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7" name="Picture 6" descr="Logo&#10;&#10;Description automatically generated">
            <a:extLst>
              <a:ext uri="{FF2B5EF4-FFF2-40B4-BE49-F238E27FC236}">
                <a16:creationId xmlns:a16="http://schemas.microsoft.com/office/drawing/2014/main" id="{DD1BAC43-B2E1-6547-0894-0809FAA63358}"/>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8" name="Picture 7">
            <a:extLst>
              <a:ext uri="{FF2B5EF4-FFF2-40B4-BE49-F238E27FC236}">
                <a16:creationId xmlns:a16="http://schemas.microsoft.com/office/drawing/2014/main" id="{15A586EE-FFC8-C208-98D9-142C9112AF12}"/>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cxnSp>
        <p:nvCxnSpPr>
          <p:cNvPr id="9" name="Straight Connector 8">
            <a:extLst>
              <a:ext uri="{FF2B5EF4-FFF2-40B4-BE49-F238E27FC236}">
                <a16:creationId xmlns:a16="http://schemas.microsoft.com/office/drawing/2014/main" id="{52E1595E-1FBB-5E6B-0D28-2FE5224DF462}"/>
              </a:ext>
            </a:extLst>
          </p:cNvPr>
          <p:cNvCxnSpPr>
            <a:cxnSpLocks/>
          </p:cNvCxnSpPr>
          <p:nvPr userDrawn="1"/>
        </p:nvCxnSpPr>
        <p:spPr>
          <a:xfrm flipH="1">
            <a:off x="1582194" y="1262685"/>
            <a:ext cx="7513680" cy="0"/>
          </a:xfrm>
          <a:prstGeom prst="line">
            <a:avLst/>
          </a:prstGeom>
        </p:spPr>
        <p:style>
          <a:lnRef idx="3">
            <a:schemeClr val="accent3"/>
          </a:lnRef>
          <a:fillRef idx="0">
            <a:schemeClr val="accent3"/>
          </a:fillRef>
          <a:effectRef idx="2">
            <a:schemeClr val="accent3"/>
          </a:effectRef>
          <a:fontRef idx="minor">
            <a:schemeClr val="tx1"/>
          </a:fontRef>
        </p:style>
      </p:cxnSp>
      <p:sp>
        <p:nvSpPr>
          <p:cNvPr id="10" name="Picture Placeholder 2">
            <a:extLst>
              <a:ext uri="{FF2B5EF4-FFF2-40B4-BE49-F238E27FC236}">
                <a16:creationId xmlns:a16="http://schemas.microsoft.com/office/drawing/2014/main" id="{DE48A463-ECCE-6B5E-9715-FC07CD45CDBE}"/>
              </a:ext>
            </a:extLst>
          </p:cNvPr>
          <p:cNvSpPr>
            <a:spLocks noGrp="1"/>
          </p:cNvSpPr>
          <p:nvPr>
            <p:ph type="pic" idx="13"/>
          </p:nvPr>
        </p:nvSpPr>
        <p:spPr>
          <a:xfrm>
            <a:off x="5524500" y="1821396"/>
            <a:ext cx="6172200" cy="435133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Tree>
    <p:extLst>
      <p:ext uri="{BB962C8B-B14F-4D97-AF65-F5344CB8AC3E}">
        <p14:creationId xmlns:p14="http://schemas.microsoft.com/office/powerpoint/2010/main" val="383134434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ntent Simpl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AAE5F8-BA05-625A-5CFF-F73BCF9EB277}"/>
              </a:ext>
            </a:extLst>
          </p:cNvPr>
          <p:cNvSpPr>
            <a:spLocks noGrp="1"/>
          </p:cNvSpPr>
          <p:nvPr>
            <p:ph sz="half" idx="1"/>
          </p:nvPr>
        </p:nvSpPr>
        <p:spPr>
          <a:xfrm>
            <a:off x="838200" y="1825625"/>
            <a:ext cx="5181600" cy="4351338"/>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a:extLst>
              <a:ext uri="{FF2B5EF4-FFF2-40B4-BE49-F238E27FC236}">
                <a16:creationId xmlns:a16="http://schemas.microsoft.com/office/drawing/2014/main" id="{F0A3E5A6-FC4B-EB5C-90C8-333336869C33}"/>
              </a:ext>
            </a:extLst>
          </p:cNvPr>
          <p:cNvSpPr>
            <a:spLocks noGrp="1"/>
          </p:cNvSpPr>
          <p:nvPr>
            <p:ph sz="half" idx="2"/>
          </p:nvPr>
        </p:nvSpPr>
        <p:spPr>
          <a:xfrm>
            <a:off x="6172200" y="1825625"/>
            <a:ext cx="5181600" cy="4351338"/>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Date Placeholder 4">
            <a:extLst>
              <a:ext uri="{FF2B5EF4-FFF2-40B4-BE49-F238E27FC236}">
                <a16:creationId xmlns:a16="http://schemas.microsoft.com/office/drawing/2014/main" id="{49A663AB-0CE7-8E34-6623-AABCE02657C3}"/>
              </a:ext>
            </a:extLst>
          </p:cNvPr>
          <p:cNvSpPr>
            <a:spLocks noGrp="1"/>
          </p:cNvSpPr>
          <p:nvPr>
            <p:ph type="dt" sz="half" idx="10"/>
          </p:nvPr>
        </p:nvSpPr>
        <p:spPr/>
        <p:txBody>
          <a:bodyPr/>
          <a:lstStyle/>
          <a:p>
            <a:fld id="{28E8D346-A915-4882-A510-80C55F2B0290}" type="datetimeFigureOut">
              <a:rPr lang="en-GB" smtClean="0"/>
              <a:t>04/10/2026</a:t>
            </a:fld>
            <a:endParaRPr lang="en-GB"/>
          </a:p>
        </p:txBody>
      </p:sp>
      <p:sp>
        <p:nvSpPr>
          <p:cNvPr id="6" name="Footer Placeholder 5">
            <a:extLst>
              <a:ext uri="{FF2B5EF4-FFF2-40B4-BE49-F238E27FC236}">
                <a16:creationId xmlns:a16="http://schemas.microsoft.com/office/drawing/2014/main" id="{AF6BDC64-110A-8540-9118-86881BDDD3C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A387476-257F-CF5F-4A7A-1F3D71148D84}"/>
              </a:ext>
            </a:extLst>
          </p:cNvPr>
          <p:cNvSpPr>
            <a:spLocks noGrp="1"/>
          </p:cNvSpPr>
          <p:nvPr>
            <p:ph type="sldNum" sz="quarter" idx="12"/>
          </p:nvPr>
        </p:nvSpPr>
        <p:spPr/>
        <p:txBody>
          <a:bodyPr/>
          <a:lstStyle/>
          <a:p>
            <a:fld id="{E33F180C-7AC5-428A-9DBB-8DF57BA31570}" type="slidenum">
              <a:rPr lang="en-GB" smtClean="0"/>
              <a:t>‹#›</a:t>
            </a:fld>
            <a:endParaRPr lang="en-GB"/>
          </a:p>
        </p:txBody>
      </p:sp>
      <p:cxnSp>
        <p:nvCxnSpPr>
          <p:cNvPr id="8" name="Straight Connector 7">
            <a:extLst>
              <a:ext uri="{FF2B5EF4-FFF2-40B4-BE49-F238E27FC236}">
                <a16:creationId xmlns:a16="http://schemas.microsoft.com/office/drawing/2014/main" id="{4D21C370-4329-74F8-53D7-0F2867389B97}"/>
              </a:ext>
            </a:extLst>
          </p:cNvPr>
          <p:cNvCxnSpPr>
            <a:cxnSpLocks/>
          </p:cNvCxnSpPr>
          <p:nvPr userDrawn="1"/>
        </p:nvCxnSpPr>
        <p:spPr>
          <a:xfrm flipH="1">
            <a:off x="1582194" y="1262685"/>
            <a:ext cx="7513680" cy="0"/>
          </a:xfrm>
          <a:prstGeom prst="line">
            <a:avLst/>
          </a:prstGeom>
        </p:spPr>
        <p:style>
          <a:lnRef idx="3">
            <a:schemeClr val="accent3"/>
          </a:lnRef>
          <a:fillRef idx="0">
            <a:schemeClr val="accent3"/>
          </a:fillRef>
          <a:effectRef idx="2">
            <a:schemeClr val="accent3"/>
          </a:effectRef>
          <a:fontRef idx="minor">
            <a:schemeClr val="tx1"/>
          </a:fontRef>
        </p:style>
      </p:cxnSp>
      <p:sp>
        <p:nvSpPr>
          <p:cNvPr id="9" name="Title 1">
            <a:extLst>
              <a:ext uri="{FF2B5EF4-FFF2-40B4-BE49-F238E27FC236}">
                <a16:creationId xmlns:a16="http://schemas.microsoft.com/office/drawing/2014/main" id="{37C3A75D-A481-EE0C-754D-506C7D4C1C61}"/>
              </a:ext>
            </a:extLst>
          </p:cNvPr>
          <p:cNvSpPr>
            <a:spLocks noGrp="1"/>
          </p:cNvSpPr>
          <p:nvPr>
            <p:ph type="title"/>
          </p:nvPr>
        </p:nvSpPr>
        <p:spPr>
          <a:xfrm>
            <a:off x="1679381" y="120739"/>
            <a:ext cx="8160426" cy="1325563"/>
          </a:xfrm>
        </p:spPr>
        <p:txBody>
          <a:bodyPr/>
          <a:lstStyle>
            <a:lvl1pPr>
              <a:defRPr b="1">
                <a:solidFill>
                  <a:srgbClr val="00B0F0"/>
                </a:solidFill>
                <a:latin typeface="Nexa-Book" panose="01000000000000000000" pitchFamily="2" charset="0"/>
              </a:defRPr>
            </a:lvl1pPr>
          </a:lstStyle>
          <a:p>
            <a:r>
              <a:rPr lang="en-US" dirty="0"/>
              <a:t>Click to edit Master title style</a:t>
            </a:r>
            <a:endParaRPr lang="en-GB" dirty="0"/>
          </a:p>
        </p:txBody>
      </p:sp>
      <p:pic>
        <p:nvPicPr>
          <p:cNvPr id="10" name="Picture 9" descr="Logo&#10;&#10;Description automatically generated">
            <a:extLst>
              <a:ext uri="{FF2B5EF4-FFF2-40B4-BE49-F238E27FC236}">
                <a16:creationId xmlns:a16="http://schemas.microsoft.com/office/drawing/2014/main" id="{B996CC59-0A80-78A3-5AAD-4BFC5DB4BEEA}"/>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11" name="Picture 10">
            <a:extLst>
              <a:ext uri="{FF2B5EF4-FFF2-40B4-BE49-F238E27FC236}">
                <a16:creationId xmlns:a16="http://schemas.microsoft.com/office/drawing/2014/main" id="{9F847D22-0D7C-891C-2955-0D65480A5E06}"/>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spTree>
    <p:extLst>
      <p:ext uri="{BB962C8B-B14F-4D97-AF65-F5344CB8AC3E}">
        <p14:creationId xmlns:p14="http://schemas.microsoft.com/office/powerpoint/2010/main" val="64611791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wo Content Log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AAE5F8-BA05-625A-5CFF-F73BCF9EB277}"/>
              </a:ext>
            </a:extLst>
          </p:cNvPr>
          <p:cNvSpPr>
            <a:spLocks noGrp="1"/>
          </p:cNvSpPr>
          <p:nvPr>
            <p:ph sz="half" idx="1"/>
          </p:nvPr>
        </p:nvSpPr>
        <p:spPr>
          <a:xfrm>
            <a:off x="838200" y="1825625"/>
            <a:ext cx="5181600" cy="4351338"/>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a:extLst>
              <a:ext uri="{FF2B5EF4-FFF2-40B4-BE49-F238E27FC236}">
                <a16:creationId xmlns:a16="http://schemas.microsoft.com/office/drawing/2014/main" id="{F0A3E5A6-FC4B-EB5C-90C8-333336869C33}"/>
              </a:ext>
            </a:extLst>
          </p:cNvPr>
          <p:cNvSpPr>
            <a:spLocks noGrp="1"/>
          </p:cNvSpPr>
          <p:nvPr>
            <p:ph sz="half" idx="2"/>
          </p:nvPr>
        </p:nvSpPr>
        <p:spPr>
          <a:xfrm>
            <a:off x="6172200" y="1825625"/>
            <a:ext cx="5181600" cy="4351338"/>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Date Placeholder 4">
            <a:extLst>
              <a:ext uri="{FF2B5EF4-FFF2-40B4-BE49-F238E27FC236}">
                <a16:creationId xmlns:a16="http://schemas.microsoft.com/office/drawing/2014/main" id="{49A663AB-0CE7-8E34-6623-AABCE02657C3}"/>
              </a:ext>
            </a:extLst>
          </p:cNvPr>
          <p:cNvSpPr>
            <a:spLocks noGrp="1"/>
          </p:cNvSpPr>
          <p:nvPr>
            <p:ph type="dt" sz="half" idx="10"/>
          </p:nvPr>
        </p:nvSpPr>
        <p:spPr/>
        <p:txBody>
          <a:bodyPr/>
          <a:lstStyle/>
          <a:p>
            <a:fld id="{28E8D346-A915-4882-A510-80C55F2B0290}" type="datetimeFigureOut">
              <a:rPr lang="en-GB" smtClean="0"/>
              <a:t>04/10/2026</a:t>
            </a:fld>
            <a:endParaRPr lang="en-GB"/>
          </a:p>
        </p:txBody>
      </p:sp>
      <p:sp>
        <p:nvSpPr>
          <p:cNvPr id="6" name="Footer Placeholder 5">
            <a:extLst>
              <a:ext uri="{FF2B5EF4-FFF2-40B4-BE49-F238E27FC236}">
                <a16:creationId xmlns:a16="http://schemas.microsoft.com/office/drawing/2014/main" id="{AF6BDC64-110A-8540-9118-86881BDDD3C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A387476-257F-CF5F-4A7A-1F3D71148D84}"/>
              </a:ext>
            </a:extLst>
          </p:cNvPr>
          <p:cNvSpPr>
            <a:spLocks noGrp="1"/>
          </p:cNvSpPr>
          <p:nvPr>
            <p:ph type="sldNum" sz="quarter" idx="12"/>
          </p:nvPr>
        </p:nvSpPr>
        <p:spPr/>
        <p:txBody>
          <a:bodyPr/>
          <a:lstStyle/>
          <a:p>
            <a:fld id="{E33F180C-7AC5-428A-9DBB-8DF57BA31570}" type="slidenum">
              <a:rPr lang="en-GB" smtClean="0"/>
              <a:t>‹#›</a:t>
            </a:fld>
            <a:endParaRPr lang="en-GB"/>
          </a:p>
        </p:txBody>
      </p:sp>
      <p:cxnSp>
        <p:nvCxnSpPr>
          <p:cNvPr id="8" name="Straight Connector 7">
            <a:extLst>
              <a:ext uri="{FF2B5EF4-FFF2-40B4-BE49-F238E27FC236}">
                <a16:creationId xmlns:a16="http://schemas.microsoft.com/office/drawing/2014/main" id="{4D21C370-4329-74F8-53D7-0F2867389B97}"/>
              </a:ext>
            </a:extLst>
          </p:cNvPr>
          <p:cNvCxnSpPr>
            <a:cxnSpLocks/>
          </p:cNvCxnSpPr>
          <p:nvPr userDrawn="1"/>
        </p:nvCxnSpPr>
        <p:spPr>
          <a:xfrm flipH="1">
            <a:off x="1582194" y="1262685"/>
            <a:ext cx="7513680" cy="0"/>
          </a:xfrm>
          <a:prstGeom prst="line">
            <a:avLst/>
          </a:prstGeom>
        </p:spPr>
        <p:style>
          <a:lnRef idx="3">
            <a:schemeClr val="accent3"/>
          </a:lnRef>
          <a:fillRef idx="0">
            <a:schemeClr val="accent3"/>
          </a:fillRef>
          <a:effectRef idx="2">
            <a:schemeClr val="accent3"/>
          </a:effectRef>
          <a:fontRef idx="minor">
            <a:schemeClr val="tx1"/>
          </a:fontRef>
        </p:style>
      </p:cxnSp>
      <p:sp>
        <p:nvSpPr>
          <p:cNvPr id="9" name="Title 1">
            <a:extLst>
              <a:ext uri="{FF2B5EF4-FFF2-40B4-BE49-F238E27FC236}">
                <a16:creationId xmlns:a16="http://schemas.microsoft.com/office/drawing/2014/main" id="{37C3A75D-A481-EE0C-754D-506C7D4C1C61}"/>
              </a:ext>
            </a:extLst>
          </p:cNvPr>
          <p:cNvSpPr>
            <a:spLocks noGrp="1"/>
          </p:cNvSpPr>
          <p:nvPr>
            <p:ph type="title"/>
          </p:nvPr>
        </p:nvSpPr>
        <p:spPr>
          <a:xfrm>
            <a:off x="1679381" y="120739"/>
            <a:ext cx="8160426" cy="1325563"/>
          </a:xfrm>
        </p:spPr>
        <p:txBody>
          <a:bodyPr/>
          <a:lstStyle>
            <a:lvl1pPr>
              <a:defRPr b="1">
                <a:solidFill>
                  <a:srgbClr val="00B0F0"/>
                </a:solidFill>
                <a:latin typeface="Nexa-Book" panose="01000000000000000000" pitchFamily="2" charset="0"/>
              </a:defRPr>
            </a:lvl1pPr>
          </a:lstStyle>
          <a:p>
            <a:r>
              <a:rPr lang="en-US" dirty="0"/>
              <a:t>Click to edit Master title style</a:t>
            </a:r>
            <a:endParaRPr lang="en-GB" dirty="0"/>
          </a:p>
        </p:txBody>
      </p:sp>
      <p:pic>
        <p:nvPicPr>
          <p:cNvPr id="10" name="Picture 9" descr="Logo&#10;&#10;Description automatically generated">
            <a:extLst>
              <a:ext uri="{FF2B5EF4-FFF2-40B4-BE49-F238E27FC236}">
                <a16:creationId xmlns:a16="http://schemas.microsoft.com/office/drawing/2014/main" id="{B996CC59-0A80-78A3-5AAD-4BFC5DB4BEEA}"/>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11" name="Picture 10">
            <a:extLst>
              <a:ext uri="{FF2B5EF4-FFF2-40B4-BE49-F238E27FC236}">
                <a16:creationId xmlns:a16="http://schemas.microsoft.com/office/drawing/2014/main" id="{9F847D22-0D7C-891C-2955-0D65480A5E06}"/>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grpSp>
        <p:nvGrpSpPr>
          <p:cNvPr id="12" name="Group 11">
            <a:extLst>
              <a:ext uri="{FF2B5EF4-FFF2-40B4-BE49-F238E27FC236}">
                <a16:creationId xmlns:a16="http://schemas.microsoft.com/office/drawing/2014/main" id="{2B0B799A-35E1-5885-20B2-35BB5A3F278D}"/>
              </a:ext>
            </a:extLst>
          </p:cNvPr>
          <p:cNvGrpSpPr/>
          <p:nvPr userDrawn="1"/>
        </p:nvGrpSpPr>
        <p:grpSpPr>
          <a:xfrm>
            <a:off x="7209216" y="2758227"/>
            <a:ext cx="5623593" cy="5612225"/>
            <a:chOff x="7209216" y="2758227"/>
            <a:chExt cx="5623593" cy="5612225"/>
          </a:xfrm>
        </p:grpSpPr>
        <p:pic>
          <p:nvPicPr>
            <p:cNvPr id="13" name="Picture 12">
              <a:extLst>
                <a:ext uri="{FF2B5EF4-FFF2-40B4-BE49-F238E27FC236}">
                  <a16:creationId xmlns:a16="http://schemas.microsoft.com/office/drawing/2014/main" id="{66DD9644-D426-35AF-FB09-853CF8CECC0D}"/>
                </a:ext>
              </a:extLst>
            </p:cNvPr>
            <p:cNvPicPr>
              <a:picLocks noChangeAspect="1"/>
            </p:cNvPicPr>
            <p:nvPr userDrawn="1"/>
          </p:nvPicPr>
          <p:blipFill rotWithShape="1">
            <a:blip r:embed="rId4">
              <a:grayscl/>
              <a:alphaModFix amt="12000"/>
              <a:extLst>
                <a:ext uri="{28A0092B-C50C-407E-A947-70E740481C1C}">
                  <a14:useLocalDpi xmlns:a14="http://schemas.microsoft.com/office/drawing/2010/main" val="0"/>
                </a:ext>
              </a:extLst>
            </a:blip>
            <a:srcRect r="12379" b="28024"/>
            <a:stretch/>
          </p:blipFill>
          <p:spPr>
            <a:xfrm>
              <a:off x="7209216" y="2764866"/>
              <a:ext cx="4982784" cy="4093134"/>
            </a:xfrm>
            <a:prstGeom prst="rect">
              <a:avLst/>
            </a:prstGeom>
          </p:spPr>
        </p:pic>
        <p:sp>
          <p:nvSpPr>
            <p:cNvPr id="14" name="Arc 13">
              <a:extLst>
                <a:ext uri="{FF2B5EF4-FFF2-40B4-BE49-F238E27FC236}">
                  <a16:creationId xmlns:a16="http://schemas.microsoft.com/office/drawing/2014/main" id="{6F475831-7E53-2D67-970D-48331E632951}"/>
                </a:ext>
              </a:extLst>
            </p:cNvPr>
            <p:cNvSpPr/>
            <p:nvPr userDrawn="1"/>
          </p:nvSpPr>
          <p:spPr>
            <a:xfrm rot="16200000">
              <a:off x="7220584" y="2758227"/>
              <a:ext cx="5612225" cy="5612225"/>
            </a:xfrm>
            <a:prstGeom prst="arc">
              <a:avLst>
                <a:gd name="adj1" fmla="val 14553369"/>
                <a:gd name="adj2" fmla="val 3028724"/>
              </a:avLst>
            </a:prstGeom>
            <a:ln>
              <a:solidFill>
                <a:schemeClr val="accent3">
                  <a:alpha val="12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grpSp>
    </p:spTree>
    <p:extLst>
      <p:ext uri="{BB962C8B-B14F-4D97-AF65-F5344CB8AC3E}">
        <p14:creationId xmlns:p14="http://schemas.microsoft.com/office/powerpoint/2010/main" val="142047426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wo Content Side Title Simpl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AAE5F8-BA05-625A-5CFF-F73BCF9EB277}"/>
              </a:ext>
            </a:extLst>
          </p:cNvPr>
          <p:cNvSpPr>
            <a:spLocks noGrp="1"/>
          </p:cNvSpPr>
          <p:nvPr>
            <p:ph sz="half" idx="1"/>
          </p:nvPr>
        </p:nvSpPr>
        <p:spPr>
          <a:xfrm>
            <a:off x="2696638" y="1240628"/>
            <a:ext cx="4202927" cy="4966497"/>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a:extLst>
              <a:ext uri="{FF2B5EF4-FFF2-40B4-BE49-F238E27FC236}">
                <a16:creationId xmlns:a16="http://schemas.microsoft.com/office/drawing/2014/main" id="{F0A3E5A6-FC4B-EB5C-90C8-333336869C33}"/>
              </a:ext>
            </a:extLst>
          </p:cNvPr>
          <p:cNvSpPr>
            <a:spLocks noGrp="1"/>
          </p:cNvSpPr>
          <p:nvPr>
            <p:ph sz="half" idx="2"/>
          </p:nvPr>
        </p:nvSpPr>
        <p:spPr>
          <a:xfrm>
            <a:off x="7246157" y="1240627"/>
            <a:ext cx="4202927" cy="4966497"/>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Date Placeholder 4">
            <a:extLst>
              <a:ext uri="{FF2B5EF4-FFF2-40B4-BE49-F238E27FC236}">
                <a16:creationId xmlns:a16="http://schemas.microsoft.com/office/drawing/2014/main" id="{49A663AB-0CE7-8E34-6623-AABCE02657C3}"/>
              </a:ext>
            </a:extLst>
          </p:cNvPr>
          <p:cNvSpPr>
            <a:spLocks noGrp="1"/>
          </p:cNvSpPr>
          <p:nvPr>
            <p:ph type="dt" sz="half" idx="10"/>
          </p:nvPr>
        </p:nvSpPr>
        <p:spPr/>
        <p:txBody>
          <a:bodyPr/>
          <a:lstStyle/>
          <a:p>
            <a:fld id="{28E8D346-A915-4882-A510-80C55F2B0290}" type="datetimeFigureOut">
              <a:rPr lang="en-GB" smtClean="0"/>
              <a:t>04/10/2026</a:t>
            </a:fld>
            <a:endParaRPr lang="en-GB"/>
          </a:p>
        </p:txBody>
      </p:sp>
      <p:sp>
        <p:nvSpPr>
          <p:cNvPr id="6" name="Footer Placeholder 5">
            <a:extLst>
              <a:ext uri="{FF2B5EF4-FFF2-40B4-BE49-F238E27FC236}">
                <a16:creationId xmlns:a16="http://schemas.microsoft.com/office/drawing/2014/main" id="{AF6BDC64-110A-8540-9118-86881BDDD3C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A387476-257F-CF5F-4A7A-1F3D71148D84}"/>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10" name="Picture 9" descr="Logo&#10;&#10;Description automatically generated">
            <a:extLst>
              <a:ext uri="{FF2B5EF4-FFF2-40B4-BE49-F238E27FC236}">
                <a16:creationId xmlns:a16="http://schemas.microsoft.com/office/drawing/2014/main" id="{B996CC59-0A80-78A3-5AAD-4BFC5DB4BEEA}"/>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11" name="Picture 10">
            <a:extLst>
              <a:ext uri="{FF2B5EF4-FFF2-40B4-BE49-F238E27FC236}">
                <a16:creationId xmlns:a16="http://schemas.microsoft.com/office/drawing/2014/main" id="{9F847D22-0D7C-891C-2955-0D65480A5E06}"/>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cxnSp>
        <p:nvCxnSpPr>
          <p:cNvPr id="13" name="Straight Connector 12">
            <a:extLst>
              <a:ext uri="{FF2B5EF4-FFF2-40B4-BE49-F238E27FC236}">
                <a16:creationId xmlns:a16="http://schemas.microsoft.com/office/drawing/2014/main" id="{F468B5B9-4860-7149-0E8A-82EEB1C88E0A}"/>
              </a:ext>
            </a:extLst>
          </p:cNvPr>
          <p:cNvCxnSpPr>
            <a:cxnSpLocks/>
          </p:cNvCxnSpPr>
          <p:nvPr userDrawn="1"/>
        </p:nvCxnSpPr>
        <p:spPr>
          <a:xfrm>
            <a:off x="2247324" y="1113025"/>
            <a:ext cx="0" cy="4944875"/>
          </a:xfrm>
          <a:prstGeom prst="line">
            <a:avLst/>
          </a:prstGeom>
        </p:spPr>
        <p:style>
          <a:lnRef idx="3">
            <a:schemeClr val="accent3"/>
          </a:lnRef>
          <a:fillRef idx="0">
            <a:schemeClr val="accent3"/>
          </a:fillRef>
          <a:effectRef idx="2">
            <a:schemeClr val="accent3"/>
          </a:effectRef>
          <a:fontRef idx="minor">
            <a:schemeClr val="tx1"/>
          </a:fontRef>
        </p:style>
      </p:cxnSp>
      <p:sp>
        <p:nvSpPr>
          <p:cNvPr id="19" name="Title 1">
            <a:extLst>
              <a:ext uri="{FF2B5EF4-FFF2-40B4-BE49-F238E27FC236}">
                <a16:creationId xmlns:a16="http://schemas.microsoft.com/office/drawing/2014/main" id="{DFC2CCFA-FF5F-3C03-B961-E11526B1C400}"/>
              </a:ext>
            </a:extLst>
          </p:cNvPr>
          <p:cNvSpPr>
            <a:spLocks noGrp="1"/>
          </p:cNvSpPr>
          <p:nvPr>
            <p:ph type="title"/>
          </p:nvPr>
        </p:nvSpPr>
        <p:spPr>
          <a:xfrm rot="16200000">
            <a:off x="-844288" y="2933491"/>
            <a:ext cx="4966498" cy="1325563"/>
          </a:xfrm>
        </p:spPr>
        <p:txBody>
          <a:bodyPr/>
          <a:lstStyle>
            <a:lvl1pPr algn="ctr">
              <a:defRPr b="1">
                <a:solidFill>
                  <a:srgbClr val="00B0F0"/>
                </a:solidFill>
                <a:latin typeface="Nexa-Book" panose="01000000000000000000" pitchFamily="2" charset="0"/>
              </a:defRPr>
            </a:lvl1pPr>
          </a:lstStyle>
          <a:p>
            <a:r>
              <a:rPr lang="en-US" dirty="0"/>
              <a:t>Click to edit Master title style</a:t>
            </a:r>
            <a:endParaRPr lang="en-GB" dirty="0"/>
          </a:p>
        </p:txBody>
      </p:sp>
    </p:spTree>
    <p:extLst>
      <p:ext uri="{BB962C8B-B14F-4D97-AF65-F5344CB8AC3E}">
        <p14:creationId xmlns:p14="http://schemas.microsoft.com/office/powerpoint/2010/main" val="13304181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wo Content Side Title Log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AAE5F8-BA05-625A-5CFF-F73BCF9EB277}"/>
              </a:ext>
            </a:extLst>
          </p:cNvPr>
          <p:cNvSpPr>
            <a:spLocks noGrp="1"/>
          </p:cNvSpPr>
          <p:nvPr>
            <p:ph sz="half" idx="1"/>
          </p:nvPr>
        </p:nvSpPr>
        <p:spPr>
          <a:xfrm>
            <a:off x="2696638" y="1240628"/>
            <a:ext cx="4202927" cy="4966497"/>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a:extLst>
              <a:ext uri="{FF2B5EF4-FFF2-40B4-BE49-F238E27FC236}">
                <a16:creationId xmlns:a16="http://schemas.microsoft.com/office/drawing/2014/main" id="{F0A3E5A6-FC4B-EB5C-90C8-333336869C33}"/>
              </a:ext>
            </a:extLst>
          </p:cNvPr>
          <p:cNvSpPr>
            <a:spLocks noGrp="1"/>
          </p:cNvSpPr>
          <p:nvPr>
            <p:ph sz="half" idx="2"/>
          </p:nvPr>
        </p:nvSpPr>
        <p:spPr>
          <a:xfrm>
            <a:off x="7246157" y="1240627"/>
            <a:ext cx="4202927" cy="4966497"/>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Date Placeholder 4">
            <a:extLst>
              <a:ext uri="{FF2B5EF4-FFF2-40B4-BE49-F238E27FC236}">
                <a16:creationId xmlns:a16="http://schemas.microsoft.com/office/drawing/2014/main" id="{49A663AB-0CE7-8E34-6623-AABCE02657C3}"/>
              </a:ext>
            </a:extLst>
          </p:cNvPr>
          <p:cNvSpPr>
            <a:spLocks noGrp="1"/>
          </p:cNvSpPr>
          <p:nvPr>
            <p:ph type="dt" sz="half" idx="10"/>
          </p:nvPr>
        </p:nvSpPr>
        <p:spPr/>
        <p:txBody>
          <a:bodyPr/>
          <a:lstStyle/>
          <a:p>
            <a:fld id="{28E8D346-A915-4882-A510-80C55F2B0290}" type="datetimeFigureOut">
              <a:rPr lang="en-GB" smtClean="0"/>
              <a:t>04/10/2026</a:t>
            </a:fld>
            <a:endParaRPr lang="en-GB"/>
          </a:p>
        </p:txBody>
      </p:sp>
      <p:sp>
        <p:nvSpPr>
          <p:cNvPr id="6" name="Footer Placeholder 5">
            <a:extLst>
              <a:ext uri="{FF2B5EF4-FFF2-40B4-BE49-F238E27FC236}">
                <a16:creationId xmlns:a16="http://schemas.microsoft.com/office/drawing/2014/main" id="{AF6BDC64-110A-8540-9118-86881BDDD3C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A387476-257F-CF5F-4A7A-1F3D71148D84}"/>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10" name="Picture 9" descr="Logo&#10;&#10;Description automatically generated">
            <a:extLst>
              <a:ext uri="{FF2B5EF4-FFF2-40B4-BE49-F238E27FC236}">
                <a16:creationId xmlns:a16="http://schemas.microsoft.com/office/drawing/2014/main" id="{B996CC59-0A80-78A3-5AAD-4BFC5DB4BEEA}"/>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11" name="Picture 10">
            <a:extLst>
              <a:ext uri="{FF2B5EF4-FFF2-40B4-BE49-F238E27FC236}">
                <a16:creationId xmlns:a16="http://schemas.microsoft.com/office/drawing/2014/main" id="{9F847D22-0D7C-891C-2955-0D65480A5E06}"/>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cxnSp>
        <p:nvCxnSpPr>
          <p:cNvPr id="13" name="Straight Connector 12">
            <a:extLst>
              <a:ext uri="{FF2B5EF4-FFF2-40B4-BE49-F238E27FC236}">
                <a16:creationId xmlns:a16="http://schemas.microsoft.com/office/drawing/2014/main" id="{F468B5B9-4860-7149-0E8A-82EEB1C88E0A}"/>
              </a:ext>
            </a:extLst>
          </p:cNvPr>
          <p:cNvCxnSpPr>
            <a:cxnSpLocks/>
          </p:cNvCxnSpPr>
          <p:nvPr userDrawn="1"/>
        </p:nvCxnSpPr>
        <p:spPr>
          <a:xfrm>
            <a:off x="2247324" y="1113025"/>
            <a:ext cx="0" cy="4944875"/>
          </a:xfrm>
          <a:prstGeom prst="line">
            <a:avLst/>
          </a:prstGeom>
        </p:spPr>
        <p:style>
          <a:lnRef idx="3">
            <a:schemeClr val="accent3"/>
          </a:lnRef>
          <a:fillRef idx="0">
            <a:schemeClr val="accent3"/>
          </a:fillRef>
          <a:effectRef idx="2">
            <a:schemeClr val="accent3"/>
          </a:effectRef>
          <a:fontRef idx="minor">
            <a:schemeClr val="tx1"/>
          </a:fontRef>
        </p:style>
      </p:cxnSp>
      <p:sp>
        <p:nvSpPr>
          <p:cNvPr id="19" name="Title 1">
            <a:extLst>
              <a:ext uri="{FF2B5EF4-FFF2-40B4-BE49-F238E27FC236}">
                <a16:creationId xmlns:a16="http://schemas.microsoft.com/office/drawing/2014/main" id="{DFC2CCFA-FF5F-3C03-B961-E11526B1C400}"/>
              </a:ext>
            </a:extLst>
          </p:cNvPr>
          <p:cNvSpPr>
            <a:spLocks noGrp="1"/>
          </p:cNvSpPr>
          <p:nvPr>
            <p:ph type="title"/>
          </p:nvPr>
        </p:nvSpPr>
        <p:spPr>
          <a:xfrm rot="16200000">
            <a:off x="-844288" y="2933491"/>
            <a:ext cx="4966498" cy="1325563"/>
          </a:xfrm>
        </p:spPr>
        <p:txBody>
          <a:bodyPr/>
          <a:lstStyle>
            <a:lvl1pPr algn="ctr">
              <a:defRPr b="1">
                <a:solidFill>
                  <a:srgbClr val="00B0F0"/>
                </a:solidFill>
                <a:latin typeface="Nexa-Book" panose="01000000000000000000" pitchFamily="2" charset="0"/>
              </a:defRPr>
            </a:lvl1pPr>
          </a:lstStyle>
          <a:p>
            <a:r>
              <a:rPr lang="en-US" dirty="0"/>
              <a:t>Click to edit Master title style</a:t>
            </a:r>
            <a:endParaRPr lang="en-GB" dirty="0"/>
          </a:p>
        </p:txBody>
      </p:sp>
      <p:grpSp>
        <p:nvGrpSpPr>
          <p:cNvPr id="8" name="Group 7">
            <a:extLst>
              <a:ext uri="{FF2B5EF4-FFF2-40B4-BE49-F238E27FC236}">
                <a16:creationId xmlns:a16="http://schemas.microsoft.com/office/drawing/2014/main" id="{391C2020-6297-BAE9-FFAD-EAD757C9C03F}"/>
              </a:ext>
            </a:extLst>
          </p:cNvPr>
          <p:cNvGrpSpPr/>
          <p:nvPr userDrawn="1"/>
        </p:nvGrpSpPr>
        <p:grpSpPr>
          <a:xfrm>
            <a:off x="7209216" y="2758227"/>
            <a:ext cx="5623593" cy="5612225"/>
            <a:chOff x="7209216" y="2758227"/>
            <a:chExt cx="5623593" cy="5612225"/>
          </a:xfrm>
        </p:grpSpPr>
        <p:pic>
          <p:nvPicPr>
            <p:cNvPr id="9" name="Picture 8">
              <a:extLst>
                <a:ext uri="{FF2B5EF4-FFF2-40B4-BE49-F238E27FC236}">
                  <a16:creationId xmlns:a16="http://schemas.microsoft.com/office/drawing/2014/main" id="{43EBFA66-BB0C-45B3-9E05-EA476847EED6}"/>
                </a:ext>
              </a:extLst>
            </p:cNvPr>
            <p:cNvPicPr>
              <a:picLocks noChangeAspect="1"/>
            </p:cNvPicPr>
            <p:nvPr userDrawn="1"/>
          </p:nvPicPr>
          <p:blipFill rotWithShape="1">
            <a:blip r:embed="rId4">
              <a:grayscl/>
              <a:alphaModFix amt="12000"/>
              <a:extLst>
                <a:ext uri="{28A0092B-C50C-407E-A947-70E740481C1C}">
                  <a14:useLocalDpi xmlns:a14="http://schemas.microsoft.com/office/drawing/2010/main" val="0"/>
                </a:ext>
              </a:extLst>
            </a:blip>
            <a:srcRect r="12379" b="28024"/>
            <a:stretch/>
          </p:blipFill>
          <p:spPr>
            <a:xfrm>
              <a:off x="7209216" y="2764866"/>
              <a:ext cx="4982784" cy="4093134"/>
            </a:xfrm>
            <a:prstGeom prst="rect">
              <a:avLst/>
            </a:prstGeom>
          </p:spPr>
        </p:pic>
        <p:sp>
          <p:nvSpPr>
            <p:cNvPr id="12" name="Arc 11">
              <a:extLst>
                <a:ext uri="{FF2B5EF4-FFF2-40B4-BE49-F238E27FC236}">
                  <a16:creationId xmlns:a16="http://schemas.microsoft.com/office/drawing/2014/main" id="{23DEF0E3-00E5-BFD5-08D5-2E5E65294C13}"/>
                </a:ext>
              </a:extLst>
            </p:cNvPr>
            <p:cNvSpPr/>
            <p:nvPr userDrawn="1"/>
          </p:nvSpPr>
          <p:spPr>
            <a:xfrm rot="16200000">
              <a:off x="7220584" y="2758227"/>
              <a:ext cx="5612225" cy="5612225"/>
            </a:xfrm>
            <a:prstGeom prst="arc">
              <a:avLst>
                <a:gd name="adj1" fmla="val 14553369"/>
                <a:gd name="adj2" fmla="val 3028724"/>
              </a:avLst>
            </a:prstGeom>
            <a:ln>
              <a:solidFill>
                <a:schemeClr val="accent3">
                  <a:alpha val="12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grpSp>
    </p:spTree>
    <p:extLst>
      <p:ext uri="{BB962C8B-B14F-4D97-AF65-F5344CB8AC3E}">
        <p14:creationId xmlns:p14="http://schemas.microsoft.com/office/powerpoint/2010/main" val="224401123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Simple">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1FA924F-E77C-8EC8-404A-9AF7FA3B8290}"/>
              </a:ext>
            </a:extLst>
          </p:cNvPr>
          <p:cNvSpPr>
            <a:spLocks noGrp="1"/>
          </p:cNvSpPr>
          <p:nvPr>
            <p:ph type="body" idx="1"/>
          </p:nvPr>
        </p:nvSpPr>
        <p:spPr>
          <a:xfrm>
            <a:off x="839788" y="1681163"/>
            <a:ext cx="5157787" cy="823912"/>
          </a:xfrm>
        </p:spPr>
        <p:txBody>
          <a:bodyPr anchor="b"/>
          <a:lstStyle>
            <a:lvl1pPr marL="0" indent="0">
              <a:buNone/>
              <a:defRPr sz="2400" b="1">
                <a:solidFill>
                  <a:schemeClr val="bg2">
                    <a:lumMod val="50000"/>
                  </a:schemeClr>
                </a:solidFill>
                <a:latin typeface="Nexa Bold" panose="02000000000000000000" pitchFamily="50"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71F86FDE-DDDF-18EE-E2A6-2995032D3D8B}"/>
              </a:ext>
            </a:extLst>
          </p:cNvPr>
          <p:cNvSpPr>
            <a:spLocks noGrp="1"/>
          </p:cNvSpPr>
          <p:nvPr>
            <p:ph sz="half" idx="2"/>
          </p:nvPr>
        </p:nvSpPr>
        <p:spPr>
          <a:xfrm>
            <a:off x="839788" y="2505075"/>
            <a:ext cx="5157787" cy="3684588"/>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4">
            <a:extLst>
              <a:ext uri="{FF2B5EF4-FFF2-40B4-BE49-F238E27FC236}">
                <a16:creationId xmlns:a16="http://schemas.microsoft.com/office/drawing/2014/main" id="{C8CADA1C-ED2D-732E-1A7A-4215CFFF4ACA}"/>
              </a:ext>
            </a:extLst>
          </p:cNvPr>
          <p:cNvSpPr>
            <a:spLocks noGrp="1"/>
          </p:cNvSpPr>
          <p:nvPr>
            <p:ph type="body" sz="quarter" idx="3"/>
          </p:nvPr>
        </p:nvSpPr>
        <p:spPr>
          <a:xfrm>
            <a:off x="6172200" y="1681163"/>
            <a:ext cx="5183188" cy="823912"/>
          </a:xfrm>
        </p:spPr>
        <p:txBody>
          <a:bodyPr anchor="b"/>
          <a:lstStyle>
            <a:lvl1pPr marL="0" indent="0">
              <a:buNone/>
              <a:defRPr sz="2400" b="1">
                <a:solidFill>
                  <a:schemeClr val="bg2">
                    <a:lumMod val="50000"/>
                  </a:schemeClr>
                </a:solidFill>
                <a:latin typeface="Nexa Bold" panose="02000000000000000000" pitchFamily="50"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5E566DA1-ECAC-2895-C269-5C781DF2004B}"/>
              </a:ext>
            </a:extLst>
          </p:cNvPr>
          <p:cNvSpPr>
            <a:spLocks noGrp="1"/>
          </p:cNvSpPr>
          <p:nvPr>
            <p:ph sz="quarter" idx="4"/>
          </p:nvPr>
        </p:nvSpPr>
        <p:spPr>
          <a:xfrm>
            <a:off x="6172200" y="2505075"/>
            <a:ext cx="5183188" cy="3684588"/>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Date Placeholder 6">
            <a:extLst>
              <a:ext uri="{FF2B5EF4-FFF2-40B4-BE49-F238E27FC236}">
                <a16:creationId xmlns:a16="http://schemas.microsoft.com/office/drawing/2014/main" id="{B4457C43-BD96-D113-E7AD-D7E533FD4710}"/>
              </a:ext>
            </a:extLst>
          </p:cNvPr>
          <p:cNvSpPr>
            <a:spLocks noGrp="1"/>
          </p:cNvSpPr>
          <p:nvPr>
            <p:ph type="dt" sz="half" idx="10"/>
          </p:nvPr>
        </p:nvSpPr>
        <p:spPr/>
        <p:txBody>
          <a:bodyPr/>
          <a:lstStyle/>
          <a:p>
            <a:fld id="{28E8D346-A915-4882-A510-80C55F2B0290}" type="datetimeFigureOut">
              <a:rPr lang="en-GB" smtClean="0"/>
              <a:t>04/10/2026</a:t>
            </a:fld>
            <a:endParaRPr lang="en-GB"/>
          </a:p>
        </p:txBody>
      </p:sp>
      <p:sp>
        <p:nvSpPr>
          <p:cNvPr id="8" name="Footer Placeholder 7">
            <a:extLst>
              <a:ext uri="{FF2B5EF4-FFF2-40B4-BE49-F238E27FC236}">
                <a16:creationId xmlns:a16="http://schemas.microsoft.com/office/drawing/2014/main" id="{F4AD7B6F-4ABE-0C37-896E-BF937C6DFF6F}"/>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AF2FEB5C-8DA8-0CFC-3832-14733F3A4123}"/>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10" name="Picture 9" descr="Logo&#10;&#10;Description automatically generated">
            <a:extLst>
              <a:ext uri="{FF2B5EF4-FFF2-40B4-BE49-F238E27FC236}">
                <a16:creationId xmlns:a16="http://schemas.microsoft.com/office/drawing/2014/main" id="{70C703C5-3462-2237-D5D6-DDA7E0988E0A}"/>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11" name="Picture 10">
            <a:extLst>
              <a:ext uri="{FF2B5EF4-FFF2-40B4-BE49-F238E27FC236}">
                <a16:creationId xmlns:a16="http://schemas.microsoft.com/office/drawing/2014/main" id="{1F4A1556-D8AF-CBF0-C594-8297CE75CAA7}"/>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cxnSp>
        <p:nvCxnSpPr>
          <p:cNvPr id="12" name="Straight Connector 11">
            <a:extLst>
              <a:ext uri="{FF2B5EF4-FFF2-40B4-BE49-F238E27FC236}">
                <a16:creationId xmlns:a16="http://schemas.microsoft.com/office/drawing/2014/main" id="{612958F2-B07A-BB18-4654-A7B6CD008C1D}"/>
              </a:ext>
            </a:extLst>
          </p:cNvPr>
          <p:cNvCxnSpPr>
            <a:cxnSpLocks/>
          </p:cNvCxnSpPr>
          <p:nvPr userDrawn="1"/>
        </p:nvCxnSpPr>
        <p:spPr>
          <a:xfrm flipH="1">
            <a:off x="1582194" y="1262685"/>
            <a:ext cx="7513680" cy="0"/>
          </a:xfrm>
          <a:prstGeom prst="line">
            <a:avLst/>
          </a:prstGeom>
        </p:spPr>
        <p:style>
          <a:lnRef idx="3">
            <a:schemeClr val="accent3"/>
          </a:lnRef>
          <a:fillRef idx="0">
            <a:schemeClr val="accent3"/>
          </a:fillRef>
          <a:effectRef idx="2">
            <a:schemeClr val="accent3"/>
          </a:effectRef>
          <a:fontRef idx="minor">
            <a:schemeClr val="tx1"/>
          </a:fontRef>
        </p:style>
      </p:cxnSp>
      <p:sp>
        <p:nvSpPr>
          <p:cNvPr id="13" name="Title 1">
            <a:extLst>
              <a:ext uri="{FF2B5EF4-FFF2-40B4-BE49-F238E27FC236}">
                <a16:creationId xmlns:a16="http://schemas.microsoft.com/office/drawing/2014/main" id="{CD5EBC7E-DBFB-BBCD-1B52-A4CF4204D76D}"/>
              </a:ext>
            </a:extLst>
          </p:cNvPr>
          <p:cNvSpPr>
            <a:spLocks noGrp="1"/>
          </p:cNvSpPr>
          <p:nvPr>
            <p:ph type="title"/>
          </p:nvPr>
        </p:nvSpPr>
        <p:spPr>
          <a:xfrm>
            <a:off x="1679381" y="120739"/>
            <a:ext cx="8160426" cy="1325563"/>
          </a:xfrm>
        </p:spPr>
        <p:txBody>
          <a:bodyPr/>
          <a:lstStyle>
            <a:lvl1pPr>
              <a:defRPr b="1">
                <a:solidFill>
                  <a:srgbClr val="00B0F0"/>
                </a:solidFill>
                <a:latin typeface="Nexa-Book" panose="01000000000000000000" pitchFamily="2" charset="0"/>
              </a:defRPr>
            </a:lvl1pPr>
          </a:lstStyle>
          <a:p>
            <a:r>
              <a:rPr lang="en-US" dirty="0"/>
              <a:t>Click to edit Master title style</a:t>
            </a:r>
            <a:endParaRPr lang="en-GB" dirty="0"/>
          </a:p>
        </p:txBody>
      </p:sp>
    </p:spTree>
    <p:extLst>
      <p:ext uri="{BB962C8B-B14F-4D97-AF65-F5344CB8AC3E}">
        <p14:creationId xmlns:p14="http://schemas.microsoft.com/office/powerpoint/2010/main" val="416714505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Logo">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1FA924F-E77C-8EC8-404A-9AF7FA3B8290}"/>
              </a:ext>
            </a:extLst>
          </p:cNvPr>
          <p:cNvSpPr>
            <a:spLocks noGrp="1"/>
          </p:cNvSpPr>
          <p:nvPr>
            <p:ph type="body" idx="1"/>
          </p:nvPr>
        </p:nvSpPr>
        <p:spPr>
          <a:xfrm>
            <a:off x="839788" y="1681163"/>
            <a:ext cx="5157787" cy="823912"/>
          </a:xfrm>
        </p:spPr>
        <p:txBody>
          <a:bodyPr anchor="b"/>
          <a:lstStyle>
            <a:lvl1pPr marL="0" indent="0">
              <a:buNone/>
              <a:defRPr sz="2400" b="1">
                <a:solidFill>
                  <a:schemeClr val="bg2">
                    <a:lumMod val="50000"/>
                  </a:schemeClr>
                </a:solidFill>
                <a:latin typeface="Nexa Bold" panose="02000000000000000000" pitchFamily="50"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71F86FDE-DDDF-18EE-E2A6-2995032D3D8B}"/>
              </a:ext>
            </a:extLst>
          </p:cNvPr>
          <p:cNvSpPr>
            <a:spLocks noGrp="1"/>
          </p:cNvSpPr>
          <p:nvPr>
            <p:ph sz="half" idx="2"/>
          </p:nvPr>
        </p:nvSpPr>
        <p:spPr>
          <a:xfrm>
            <a:off x="839788" y="2505075"/>
            <a:ext cx="5157787" cy="3684588"/>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4">
            <a:extLst>
              <a:ext uri="{FF2B5EF4-FFF2-40B4-BE49-F238E27FC236}">
                <a16:creationId xmlns:a16="http://schemas.microsoft.com/office/drawing/2014/main" id="{C8CADA1C-ED2D-732E-1A7A-4215CFFF4ACA}"/>
              </a:ext>
            </a:extLst>
          </p:cNvPr>
          <p:cNvSpPr>
            <a:spLocks noGrp="1"/>
          </p:cNvSpPr>
          <p:nvPr>
            <p:ph type="body" sz="quarter" idx="3"/>
          </p:nvPr>
        </p:nvSpPr>
        <p:spPr>
          <a:xfrm>
            <a:off x="6172200" y="1681163"/>
            <a:ext cx="5183188" cy="823912"/>
          </a:xfrm>
        </p:spPr>
        <p:txBody>
          <a:bodyPr anchor="b"/>
          <a:lstStyle>
            <a:lvl1pPr marL="0" indent="0">
              <a:buNone/>
              <a:defRPr sz="2400" b="1">
                <a:solidFill>
                  <a:schemeClr val="bg2">
                    <a:lumMod val="50000"/>
                  </a:schemeClr>
                </a:solidFill>
                <a:latin typeface="Nexa Bold" panose="02000000000000000000" pitchFamily="50"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5E566DA1-ECAC-2895-C269-5C781DF2004B}"/>
              </a:ext>
            </a:extLst>
          </p:cNvPr>
          <p:cNvSpPr>
            <a:spLocks noGrp="1"/>
          </p:cNvSpPr>
          <p:nvPr>
            <p:ph sz="quarter" idx="4"/>
          </p:nvPr>
        </p:nvSpPr>
        <p:spPr>
          <a:xfrm>
            <a:off x="6172200" y="2505075"/>
            <a:ext cx="5183188" cy="3684588"/>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Date Placeholder 6">
            <a:extLst>
              <a:ext uri="{FF2B5EF4-FFF2-40B4-BE49-F238E27FC236}">
                <a16:creationId xmlns:a16="http://schemas.microsoft.com/office/drawing/2014/main" id="{B4457C43-BD96-D113-E7AD-D7E533FD4710}"/>
              </a:ext>
            </a:extLst>
          </p:cNvPr>
          <p:cNvSpPr>
            <a:spLocks noGrp="1"/>
          </p:cNvSpPr>
          <p:nvPr>
            <p:ph type="dt" sz="half" idx="10"/>
          </p:nvPr>
        </p:nvSpPr>
        <p:spPr/>
        <p:txBody>
          <a:bodyPr/>
          <a:lstStyle/>
          <a:p>
            <a:fld id="{28E8D346-A915-4882-A510-80C55F2B0290}" type="datetimeFigureOut">
              <a:rPr lang="en-GB" smtClean="0"/>
              <a:t>04/10/2026</a:t>
            </a:fld>
            <a:endParaRPr lang="en-GB"/>
          </a:p>
        </p:txBody>
      </p:sp>
      <p:sp>
        <p:nvSpPr>
          <p:cNvPr id="8" name="Footer Placeholder 7">
            <a:extLst>
              <a:ext uri="{FF2B5EF4-FFF2-40B4-BE49-F238E27FC236}">
                <a16:creationId xmlns:a16="http://schemas.microsoft.com/office/drawing/2014/main" id="{F4AD7B6F-4ABE-0C37-896E-BF937C6DFF6F}"/>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AF2FEB5C-8DA8-0CFC-3832-14733F3A4123}"/>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10" name="Picture 9" descr="Logo&#10;&#10;Description automatically generated">
            <a:extLst>
              <a:ext uri="{FF2B5EF4-FFF2-40B4-BE49-F238E27FC236}">
                <a16:creationId xmlns:a16="http://schemas.microsoft.com/office/drawing/2014/main" id="{70C703C5-3462-2237-D5D6-DDA7E0988E0A}"/>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11" name="Picture 10">
            <a:extLst>
              <a:ext uri="{FF2B5EF4-FFF2-40B4-BE49-F238E27FC236}">
                <a16:creationId xmlns:a16="http://schemas.microsoft.com/office/drawing/2014/main" id="{1F4A1556-D8AF-CBF0-C594-8297CE75CAA7}"/>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cxnSp>
        <p:nvCxnSpPr>
          <p:cNvPr id="12" name="Straight Connector 11">
            <a:extLst>
              <a:ext uri="{FF2B5EF4-FFF2-40B4-BE49-F238E27FC236}">
                <a16:creationId xmlns:a16="http://schemas.microsoft.com/office/drawing/2014/main" id="{612958F2-B07A-BB18-4654-A7B6CD008C1D}"/>
              </a:ext>
            </a:extLst>
          </p:cNvPr>
          <p:cNvCxnSpPr>
            <a:cxnSpLocks/>
          </p:cNvCxnSpPr>
          <p:nvPr userDrawn="1"/>
        </p:nvCxnSpPr>
        <p:spPr>
          <a:xfrm flipH="1">
            <a:off x="1582194" y="1262685"/>
            <a:ext cx="7513680" cy="0"/>
          </a:xfrm>
          <a:prstGeom prst="line">
            <a:avLst/>
          </a:prstGeom>
        </p:spPr>
        <p:style>
          <a:lnRef idx="3">
            <a:schemeClr val="accent3"/>
          </a:lnRef>
          <a:fillRef idx="0">
            <a:schemeClr val="accent3"/>
          </a:fillRef>
          <a:effectRef idx="2">
            <a:schemeClr val="accent3"/>
          </a:effectRef>
          <a:fontRef idx="minor">
            <a:schemeClr val="tx1"/>
          </a:fontRef>
        </p:style>
      </p:cxnSp>
      <p:sp>
        <p:nvSpPr>
          <p:cNvPr id="13" name="Title 1">
            <a:extLst>
              <a:ext uri="{FF2B5EF4-FFF2-40B4-BE49-F238E27FC236}">
                <a16:creationId xmlns:a16="http://schemas.microsoft.com/office/drawing/2014/main" id="{CD5EBC7E-DBFB-BBCD-1B52-A4CF4204D76D}"/>
              </a:ext>
            </a:extLst>
          </p:cNvPr>
          <p:cNvSpPr>
            <a:spLocks noGrp="1"/>
          </p:cNvSpPr>
          <p:nvPr>
            <p:ph type="title"/>
          </p:nvPr>
        </p:nvSpPr>
        <p:spPr>
          <a:xfrm>
            <a:off x="1679381" y="120739"/>
            <a:ext cx="8160426" cy="1325563"/>
          </a:xfrm>
        </p:spPr>
        <p:txBody>
          <a:bodyPr/>
          <a:lstStyle>
            <a:lvl1pPr>
              <a:defRPr b="1">
                <a:solidFill>
                  <a:srgbClr val="00B0F0"/>
                </a:solidFill>
                <a:latin typeface="Nexa-Book" panose="01000000000000000000" pitchFamily="2" charset="0"/>
              </a:defRPr>
            </a:lvl1pPr>
          </a:lstStyle>
          <a:p>
            <a:r>
              <a:rPr lang="en-US" dirty="0"/>
              <a:t>Click to edit Master title style</a:t>
            </a:r>
            <a:endParaRPr lang="en-GB" dirty="0"/>
          </a:p>
        </p:txBody>
      </p:sp>
      <p:grpSp>
        <p:nvGrpSpPr>
          <p:cNvPr id="2" name="Group 1">
            <a:extLst>
              <a:ext uri="{FF2B5EF4-FFF2-40B4-BE49-F238E27FC236}">
                <a16:creationId xmlns:a16="http://schemas.microsoft.com/office/drawing/2014/main" id="{3B05ED7F-C3CB-F1AB-0D13-40D64480E1EB}"/>
              </a:ext>
            </a:extLst>
          </p:cNvPr>
          <p:cNvGrpSpPr/>
          <p:nvPr userDrawn="1"/>
        </p:nvGrpSpPr>
        <p:grpSpPr>
          <a:xfrm>
            <a:off x="7209216" y="2758227"/>
            <a:ext cx="5623593" cy="5612225"/>
            <a:chOff x="7209216" y="2758227"/>
            <a:chExt cx="5623593" cy="5612225"/>
          </a:xfrm>
        </p:grpSpPr>
        <p:pic>
          <p:nvPicPr>
            <p:cNvPr id="14" name="Picture 13">
              <a:extLst>
                <a:ext uri="{FF2B5EF4-FFF2-40B4-BE49-F238E27FC236}">
                  <a16:creationId xmlns:a16="http://schemas.microsoft.com/office/drawing/2014/main" id="{202B66CE-628F-83AA-6C65-C9CFDA2A244B}"/>
                </a:ext>
              </a:extLst>
            </p:cNvPr>
            <p:cNvPicPr>
              <a:picLocks noChangeAspect="1"/>
            </p:cNvPicPr>
            <p:nvPr userDrawn="1"/>
          </p:nvPicPr>
          <p:blipFill rotWithShape="1">
            <a:blip r:embed="rId4">
              <a:grayscl/>
              <a:alphaModFix amt="12000"/>
              <a:extLst>
                <a:ext uri="{28A0092B-C50C-407E-A947-70E740481C1C}">
                  <a14:useLocalDpi xmlns:a14="http://schemas.microsoft.com/office/drawing/2010/main" val="0"/>
                </a:ext>
              </a:extLst>
            </a:blip>
            <a:srcRect r="12379" b="28024"/>
            <a:stretch/>
          </p:blipFill>
          <p:spPr>
            <a:xfrm>
              <a:off x="7209216" y="2764866"/>
              <a:ext cx="4982784" cy="4093134"/>
            </a:xfrm>
            <a:prstGeom prst="rect">
              <a:avLst/>
            </a:prstGeom>
          </p:spPr>
        </p:pic>
        <p:sp>
          <p:nvSpPr>
            <p:cNvPr id="15" name="Arc 14">
              <a:extLst>
                <a:ext uri="{FF2B5EF4-FFF2-40B4-BE49-F238E27FC236}">
                  <a16:creationId xmlns:a16="http://schemas.microsoft.com/office/drawing/2014/main" id="{4175E3FC-6420-950D-4C4B-59ED294A8095}"/>
                </a:ext>
              </a:extLst>
            </p:cNvPr>
            <p:cNvSpPr/>
            <p:nvPr userDrawn="1"/>
          </p:nvSpPr>
          <p:spPr>
            <a:xfrm rot="16200000">
              <a:off x="7220584" y="2758227"/>
              <a:ext cx="5612225" cy="5612225"/>
            </a:xfrm>
            <a:prstGeom prst="arc">
              <a:avLst>
                <a:gd name="adj1" fmla="val 14553369"/>
                <a:gd name="adj2" fmla="val 3028724"/>
              </a:avLst>
            </a:prstGeom>
            <a:ln>
              <a:solidFill>
                <a:schemeClr val="accent3">
                  <a:alpha val="12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grpSp>
    </p:spTree>
    <p:extLst>
      <p:ext uri="{BB962C8B-B14F-4D97-AF65-F5344CB8AC3E}">
        <p14:creationId xmlns:p14="http://schemas.microsoft.com/office/powerpoint/2010/main" val="365855207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Only Simple">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FC03C37-5C37-2063-819B-329CAD4A4F79}"/>
              </a:ext>
            </a:extLst>
          </p:cNvPr>
          <p:cNvSpPr>
            <a:spLocks noGrp="1"/>
          </p:cNvSpPr>
          <p:nvPr>
            <p:ph type="dt" sz="half" idx="10"/>
          </p:nvPr>
        </p:nvSpPr>
        <p:spPr/>
        <p:txBody>
          <a:bodyPr/>
          <a:lstStyle/>
          <a:p>
            <a:fld id="{28E8D346-A915-4882-A510-80C55F2B0290}" type="datetimeFigureOut">
              <a:rPr lang="en-GB" smtClean="0"/>
              <a:t>04/10/2026</a:t>
            </a:fld>
            <a:endParaRPr lang="en-GB"/>
          </a:p>
        </p:txBody>
      </p:sp>
      <p:sp>
        <p:nvSpPr>
          <p:cNvPr id="4" name="Footer Placeholder 3">
            <a:extLst>
              <a:ext uri="{FF2B5EF4-FFF2-40B4-BE49-F238E27FC236}">
                <a16:creationId xmlns:a16="http://schemas.microsoft.com/office/drawing/2014/main" id="{5F9BAAEE-96EB-9E9E-BDF2-6A6C0D037A4C}"/>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15CBE1CF-5E11-CF13-4A01-B0F9248EF43C}"/>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6" name="Picture 5" descr="Logo&#10;&#10;Description automatically generated">
            <a:extLst>
              <a:ext uri="{FF2B5EF4-FFF2-40B4-BE49-F238E27FC236}">
                <a16:creationId xmlns:a16="http://schemas.microsoft.com/office/drawing/2014/main" id="{D109EB06-7C76-7254-6295-E04BAFF336AF}"/>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7" name="Picture 6">
            <a:extLst>
              <a:ext uri="{FF2B5EF4-FFF2-40B4-BE49-F238E27FC236}">
                <a16:creationId xmlns:a16="http://schemas.microsoft.com/office/drawing/2014/main" id="{427C597F-3E1D-F7FE-C64A-4CE204FD9731}"/>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cxnSp>
        <p:nvCxnSpPr>
          <p:cNvPr id="8" name="Straight Connector 7">
            <a:extLst>
              <a:ext uri="{FF2B5EF4-FFF2-40B4-BE49-F238E27FC236}">
                <a16:creationId xmlns:a16="http://schemas.microsoft.com/office/drawing/2014/main" id="{743D9BE7-455B-6B8A-D812-806831664E6D}"/>
              </a:ext>
            </a:extLst>
          </p:cNvPr>
          <p:cNvCxnSpPr>
            <a:cxnSpLocks/>
          </p:cNvCxnSpPr>
          <p:nvPr userDrawn="1"/>
        </p:nvCxnSpPr>
        <p:spPr>
          <a:xfrm flipH="1">
            <a:off x="1582194" y="1262685"/>
            <a:ext cx="7513680" cy="0"/>
          </a:xfrm>
          <a:prstGeom prst="line">
            <a:avLst/>
          </a:prstGeom>
        </p:spPr>
        <p:style>
          <a:lnRef idx="3">
            <a:schemeClr val="accent3"/>
          </a:lnRef>
          <a:fillRef idx="0">
            <a:schemeClr val="accent3"/>
          </a:fillRef>
          <a:effectRef idx="2">
            <a:schemeClr val="accent3"/>
          </a:effectRef>
          <a:fontRef idx="minor">
            <a:schemeClr val="tx1"/>
          </a:fontRef>
        </p:style>
      </p:cxnSp>
      <p:sp>
        <p:nvSpPr>
          <p:cNvPr id="9" name="Title 1">
            <a:extLst>
              <a:ext uri="{FF2B5EF4-FFF2-40B4-BE49-F238E27FC236}">
                <a16:creationId xmlns:a16="http://schemas.microsoft.com/office/drawing/2014/main" id="{0A076A08-4A72-105F-5348-DE95D052592E}"/>
              </a:ext>
            </a:extLst>
          </p:cNvPr>
          <p:cNvSpPr>
            <a:spLocks noGrp="1"/>
          </p:cNvSpPr>
          <p:nvPr>
            <p:ph type="title"/>
          </p:nvPr>
        </p:nvSpPr>
        <p:spPr>
          <a:xfrm>
            <a:off x="1679381" y="120739"/>
            <a:ext cx="8160426" cy="1325563"/>
          </a:xfrm>
        </p:spPr>
        <p:txBody>
          <a:bodyPr/>
          <a:lstStyle>
            <a:lvl1pPr>
              <a:defRPr b="1">
                <a:solidFill>
                  <a:srgbClr val="00B0F0"/>
                </a:solidFill>
                <a:latin typeface="Nexa-Book" panose="01000000000000000000" pitchFamily="2" charset="0"/>
              </a:defRPr>
            </a:lvl1pPr>
          </a:lstStyle>
          <a:p>
            <a:r>
              <a:rPr lang="en-US" dirty="0"/>
              <a:t>Click to edit Master title style</a:t>
            </a:r>
            <a:endParaRPr lang="en-GB" dirty="0"/>
          </a:p>
        </p:txBody>
      </p:sp>
    </p:spTree>
    <p:extLst>
      <p:ext uri="{BB962C8B-B14F-4D97-AF65-F5344CB8AC3E}">
        <p14:creationId xmlns:p14="http://schemas.microsoft.com/office/powerpoint/2010/main" val="347625386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Only Logo">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FC03C37-5C37-2063-819B-329CAD4A4F79}"/>
              </a:ext>
            </a:extLst>
          </p:cNvPr>
          <p:cNvSpPr>
            <a:spLocks noGrp="1"/>
          </p:cNvSpPr>
          <p:nvPr>
            <p:ph type="dt" sz="half" idx="10"/>
          </p:nvPr>
        </p:nvSpPr>
        <p:spPr/>
        <p:txBody>
          <a:bodyPr/>
          <a:lstStyle/>
          <a:p>
            <a:fld id="{28E8D346-A915-4882-A510-80C55F2B0290}" type="datetimeFigureOut">
              <a:rPr lang="en-GB" smtClean="0"/>
              <a:t>04/10/2026</a:t>
            </a:fld>
            <a:endParaRPr lang="en-GB"/>
          </a:p>
        </p:txBody>
      </p:sp>
      <p:sp>
        <p:nvSpPr>
          <p:cNvPr id="4" name="Footer Placeholder 3">
            <a:extLst>
              <a:ext uri="{FF2B5EF4-FFF2-40B4-BE49-F238E27FC236}">
                <a16:creationId xmlns:a16="http://schemas.microsoft.com/office/drawing/2014/main" id="{5F9BAAEE-96EB-9E9E-BDF2-6A6C0D037A4C}"/>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15CBE1CF-5E11-CF13-4A01-B0F9248EF43C}"/>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6" name="Picture 5" descr="Logo&#10;&#10;Description automatically generated">
            <a:extLst>
              <a:ext uri="{FF2B5EF4-FFF2-40B4-BE49-F238E27FC236}">
                <a16:creationId xmlns:a16="http://schemas.microsoft.com/office/drawing/2014/main" id="{D109EB06-7C76-7254-6295-E04BAFF336AF}"/>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7" name="Picture 6">
            <a:extLst>
              <a:ext uri="{FF2B5EF4-FFF2-40B4-BE49-F238E27FC236}">
                <a16:creationId xmlns:a16="http://schemas.microsoft.com/office/drawing/2014/main" id="{427C597F-3E1D-F7FE-C64A-4CE204FD9731}"/>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cxnSp>
        <p:nvCxnSpPr>
          <p:cNvPr id="8" name="Straight Connector 7">
            <a:extLst>
              <a:ext uri="{FF2B5EF4-FFF2-40B4-BE49-F238E27FC236}">
                <a16:creationId xmlns:a16="http://schemas.microsoft.com/office/drawing/2014/main" id="{743D9BE7-455B-6B8A-D812-806831664E6D}"/>
              </a:ext>
            </a:extLst>
          </p:cNvPr>
          <p:cNvCxnSpPr>
            <a:cxnSpLocks/>
          </p:cNvCxnSpPr>
          <p:nvPr userDrawn="1"/>
        </p:nvCxnSpPr>
        <p:spPr>
          <a:xfrm flipH="1">
            <a:off x="1582194" y="1262685"/>
            <a:ext cx="7513680" cy="0"/>
          </a:xfrm>
          <a:prstGeom prst="line">
            <a:avLst/>
          </a:prstGeom>
        </p:spPr>
        <p:style>
          <a:lnRef idx="3">
            <a:schemeClr val="accent3"/>
          </a:lnRef>
          <a:fillRef idx="0">
            <a:schemeClr val="accent3"/>
          </a:fillRef>
          <a:effectRef idx="2">
            <a:schemeClr val="accent3"/>
          </a:effectRef>
          <a:fontRef idx="minor">
            <a:schemeClr val="tx1"/>
          </a:fontRef>
        </p:style>
      </p:cxnSp>
      <p:sp>
        <p:nvSpPr>
          <p:cNvPr id="9" name="Title 1">
            <a:extLst>
              <a:ext uri="{FF2B5EF4-FFF2-40B4-BE49-F238E27FC236}">
                <a16:creationId xmlns:a16="http://schemas.microsoft.com/office/drawing/2014/main" id="{0A076A08-4A72-105F-5348-DE95D052592E}"/>
              </a:ext>
            </a:extLst>
          </p:cNvPr>
          <p:cNvSpPr>
            <a:spLocks noGrp="1"/>
          </p:cNvSpPr>
          <p:nvPr>
            <p:ph type="title"/>
          </p:nvPr>
        </p:nvSpPr>
        <p:spPr>
          <a:xfrm>
            <a:off x="1679381" y="120739"/>
            <a:ext cx="8160426" cy="1325563"/>
          </a:xfrm>
        </p:spPr>
        <p:txBody>
          <a:bodyPr/>
          <a:lstStyle>
            <a:lvl1pPr>
              <a:defRPr b="1">
                <a:solidFill>
                  <a:srgbClr val="00B0F0"/>
                </a:solidFill>
                <a:latin typeface="Nexa-Book" panose="01000000000000000000" pitchFamily="2" charset="0"/>
              </a:defRPr>
            </a:lvl1pPr>
          </a:lstStyle>
          <a:p>
            <a:r>
              <a:rPr lang="en-US" dirty="0"/>
              <a:t>Click to edit Master title style</a:t>
            </a:r>
            <a:endParaRPr lang="en-GB" dirty="0"/>
          </a:p>
        </p:txBody>
      </p:sp>
      <p:grpSp>
        <p:nvGrpSpPr>
          <p:cNvPr id="2" name="Group 1">
            <a:extLst>
              <a:ext uri="{FF2B5EF4-FFF2-40B4-BE49-F238E27FC236}">
                <a16:creationId xmlns:a16="http://schemas.microsoft.com/office/drawing/2014/main" id="{D292B77D-D732-E7D4-A6B1-0A966E6BF488}"/>
              </a:ext>
            </a:extLst>
          </p:cNvPr>
          <p:cNvGrpSpPr/>
          <p:nvPr userDrawn="1"/>
        </p:nvGrpSpPr>
        <p:grpSpPr>
          <a:xfrm>
            <a:off x="7209216" y="2758227"/>
            <a:ext cx="5623593" cy="5612225"/>
            <a:chOff x="7209216" y="2758227"/>
            <a:chExt cx="5623593" cy="5612225"/>
          </a:xfrm>
        </p:grpSpPr>
        <p:pic>
          <p:nvPicPr>
            <p:cNvPr id="11" name="Picture 10">
              <a:extLst>
                <a:ext uri="{FF2B5EF4-FFF2-40B4-BE49-F238E27FC236}">
                  <a16:creationId xmlns:a16="http://schemas.microsoft.com/office/drawing/2014/main" id="{802C5448-A851-B643-5EAD-72DA0FDD41B9}"/>
                </a:ext>
              </a:extLst>
            </p:cNvPr>
            <p:cNvPicPr>
              <a:picLocks noChangeAspect="1"/>
            </p:cNvPicPr>
            <p:nvPr userDrawn="1"/>
          </p:nvPicPr>
          <p:blipFill rotWithShape="1">
            <a:blip r:embed="rId4">
              <a:grayscl/>
              <a:alphaModFix amt="12000"/>
              <a:extLst>
                <a:ext uri="{28A0092B-C50C-407E-A947-70E740481C1C}">
                  <a14:useLocalDpi xmlns:a14="http://schemas.microsoft.com/office/drawing/2010/main" val="0"/>
                </a:ext>
              </a:extLst>
            </a:blip>
            <a:srcRect r="12379" b="28024"/>
            <a:stretch/>
          </p:blipFill>
          <p:spPr>
            <a:xfrm>
              <a:off x="7209216" y="2764866"/>
              <a:ext cx="4982784" cy="4093134"/>
            </a:xfrm>
            <a:prstGeom prst="rect">
              <a:avLst/>
            </a:prstGeom>
          </p:spPr>
        </p:pic>
        <p:sp>
          <p:nvSpPr>
            <p:cNvPr id="12" name="Arc 11">
              <a:extLst>
                <a:ext uri="{FF2B5EF4-FFF2-40B4-BE49-F238E27FC236}">
                  <a16:creationId xmlns:a16="http://schemas.microsoft.com/office/drawing/2014/main" id="{D11A7CE8-AD7B-8E77-CF09-1609492A8F9E}"/>
                </a:ext>
              </a:extLst>
            </p:cNvPr>
            <p:cNvSpPr/>
            <p:nvPr userDrawn="1"/>
          </p:nvSpPr>
          <p:spPr>
            <a:xfrm rot="16200000">
              <a:off x="7220584" y="2758227"/>
              <a:ext cx="5612225" cy="5612225"/>
            </a:xfrm>
            <a:prstGeom prst="arc">
              <a:avLst>
                <a:gd name="adj1" fmla="val 14553369"/>
                <a:gd name="adj2" fmla="val 3028724"/>
              </a:avLst>
            </a:prstGeom>
            <a:ln>
              <a:solidFill>
                <a:schemeClr val="accent3">
                  <a:alpha val="12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grpSp>
    </p:spTree>
    <p:extLst>
      <p:ext uri="{BB962C8B-B14F-4D97-AF65-F5344CB8AC3E}">
        <p14:creationId xmlns:p14="http://schemas.microsoft.com/office/powerpoint/2010/main" val="74633957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Simpl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110B71-8D11-C201-F5B2-9A56EAFD404F}"/>
              </a:ext>
            </a:extLst>
          </p:cNvPr>
          <p:cNvSpPr>
            <a:spLocks noGrp="1"/>
          </p:cNvSpPr>
          <p:nvPr>
            <p:ph type="dt" sz="half" idx="10"/>
          </p:nvPr>
        </p:nvSpPr>
        <p:spPr/>
        <p:txBody>
          <a:bodyPr/>
          <a:lstStyle/>
          <a:p>
            <a:fld id="{28E8D346-A915-4882-A510-80C55F2B0290}" type="datetimeFigureOut">
              <a:rPr lang="en-GB" smtClean="0"/>
              <a:t>04/10/2026</a:t>
            </a:fld>
            <a:endParaRPr lang="en-GB"/>
          </a:p>
        </p:txBody>
      </p:sp>
      <p:sp>
        <p:nvSpPr>
          <p:cNvPr id="3" name="Footer Placeholder 2">
            <a:extLst>
              <a:ext uri="{FF2B5EF4-FFF2-40B4-BE49-F238E27FC236}">
                <a16:creationId xmlns:a16="http://schemas.microsoft.com/office/drawing/2014/main" id="{CA2478E4-6752-116B-5D97-8F367EAA735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9BD55ED-4483-8F05-E5C2-D2DE6EA425E6}"/>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6" name="Picture 5" descr="Logo&#10;&#10;Description automatically generated">
            <a:extLst>
              <a:ext uri="{FF2B5EF4-FFF2-40B4-BE49-F238E27FC236}">
                <a16:creationId xmlns:a16="http://schemas.microsoft.com/office/drawing/2014/main" id="{9308791A-1617-5FAE-52DC-B4FCE0CD39A8}"/>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187830" y="136525"/>
            <a:ext cx="1325563" cy="1325563"/>
          </a:xfrm>
          <a:prstGeom prst="rect">
            <a:avLst/>
          </a:prstGeom>
        </p:spPr>
      </p:pic>
      <p:pic>
        <p:nvPicPr>
          <p:cNvPr id="7" name="Picture 6">
            <a:extLst>
              <a:ext uri="{FF2B5EF4-FFF2-40B4-BE49-F238E27FC236}">
                <a16:creationId xmlns:a16="http://schemas.microsoft.com/office/drawing/2014/main" id="{3A293F7C-F4FA-76C8-EA05-1F84426B2B41}"/>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spTree>
    <p:extLst>
      <p:ext uri="{BB962C8B-B14F-4D97-AF65-F5344CB8AC3E}">
        <p14:creationId xmlns:p14="http://schemas.microsoft.com/office/powerpoint/2010/main" val="247316727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Logo">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110B71-8D11-C201-F5B2-9A56EAFD404F}"/>
              </a:ext>
            </a:extLst>
          </p:cNvPr>
          <p:cNvSpPr>
            <a:spLocks noGrp="1"/>
          </p:cNvSpPr>
          <p:nvPr>
            <p:ph type="dt" sz="half" idx="10"/>
          </p:nvPr>
        </p:nvSpPr>
        <p:spPr/>
        <p:txBody>
          <a:bodyPr/>
          <a:lstStyle/>
          <a:p>
            <a:fld id="{28E8D346-A915-4882-A510-80C55F2B0290}" type="datetimeFigureOut">
              <a:rPr lang="en-GB" smtClean="0"/>
              <a:t>04/10/2026</a:t>
            </a:fld>
            <a:endParaRPr lang="en-GB"/>
          </a:p>
        </p:txBody>
      </p:sp>
      <p:sp>
        <p:nvSpPr>
          <p:cNvPr id="3" name="Footer Placeholder 2">
            <a:extLst>
              <a:ext uri="{FF2B5EF4-FFF2-40B4-BE49-F238E27FC236}">
                <a16:creationId xmlns:a16="http://schemas.microsoft.com/office/drawing/2014/main" id="{CA2478E4-6752-116B-5D97-8F367EAA735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9BD55ED-4483-8F05-E5C2-D2DE6EA425E6}"/>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6" name="Picture 5" descr="Logo&#10;&#10;Description automatically generated">
            <a:extLst>
              <a:ext uri="{FF2B5EF4-FFF2-40B4-BE49-F238E27FC236}">
                <a16:creationId xmlns:a16="http://schemas.microsoft.com/office/drawing/2014/main" id="{9308791A-1617-5FAE-52DC-B4FCE0CD39A8}"/>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187830" y="136525"/>
            <a:ext cx="1325563" cy="1325563"/>
          </a:xfrm>
          <a:prstGeom prst="rect">
            <a:avLst/>
          </a:prstGeom>
        </p:spPr>
      </p:pic>
      <p:pic>
        <p:nvPicPr>
          <p:cNvPr id="7" name="Picture 6">
            <a:extLst>
              <a:ext uri="{FF2B5EF4-FFF2-40B4-BE49-F238E27FC236}">
                <a16:creationId xmlns:a16="http://schemas.microsoft.com/office/drawing/2014/main" id="{3A293F7C-F4FA-76C8-EA05-1F84426B2B41}"/>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grpSp>
        <p:nvGrpSpPr>
          <p:cNvPr id="8" name="Group 7">
            <a:extLst>
              <a:ext uri="{FF2B5EF4-FFF2-40B4-BE49-F238E27FC236}">
                <a16:creationId xmlns:a16="http://schemas.microsoft.com/office/drawing/2014/main" id="{A062EC69-293D-B068-6694-395BB9B235B7}"/>
              </a:ext>
            </a:extLst>
          </p:cNvPr>
          <p:cNvGrpSpPr/>
          <p:nvPr userDrawn="1"/>
        </p:nvGrpSpPr>
        <p:grpSpPr>
          <a:xfrm>
            <a:off x="7209216" y="2758227"/>
            <a:ext cx="5623593" cy="5612225"/>
            <a:chOff x="7209216" y="2758227"/>
            <a:chExt cx="5623593" cy="5612225"/>
          </a:xfrm>
        </p:grpSpPr>
        <p:pic>
          <p:nvPicPr>
            <p:cNvPr id="9" name="Picture 8">
              <a:extLst>
                <a:ext uri="{FF2B5EF4-FFF2-40B4-BE49-F238E27FC236}">
                  <a16:creationId xmlns:a16="http://schemas.microsoft.com/office/drawing/2014/main" id="{E19BD460-7D72-5C8C-9608-81656E56D4E5}"/>
                </a:ext>
              </a:extLst>
            </p:cNvPr>
            <p:cNvPicPr>
              <a:picLocks noChangeAspect="1"/>
            </p:cNvPicPr>
            <p:nvPr userDrawn="1"/>
          </p:nvPicPr>
          <p:blipFill rotWithShape="1">
            <a:blip r:embed="rId4">
              <a:grayscl/>
              <a:alphaModFix amt="12000"/>
              <a:extLst>
                <a:ext uri="{28A0092B-C50C-407E-A947-70E740481C1C}">
                  <a14:useLocalDpi xmlns:a14="http://schemas.microsoft.com/office/drawing/2010/main" val="0"/>
                </a:ext>
              </a:extLst>
            </a:blip>
            <a:srcRect r="12379" b="28024"/>
            <a:stretch/>
          </p:blipFill>
          <p:spPr>
            <a:xfrm>
              <a:off x="7209216" y="2764866"/>
              <a:ext cx="4982784" cy="4093134"/>
            </a:xfrm>
            <a:prstGeom prst="rect">
              <a:avLst/>
            </a:prstGeom>
          </p:spPr>
        </p:pic>
        <p:sp>
          <p:nvSpPr>
            <p:cNvPr id="10" name="Arc 9">
              <a:extLst>
                <a:ext uri="{FF2B5EF4-FFF2-40B4-BE49-F238E27FC236}">
                  <a16:creationId xmlns:a16="http://schemas.microsoft.com/office/drawing/2014/main" id="{9603E80E-EE02-763E-A618-4043A879275E}"/>
                </a:ext>
              </a:extLst>
            </p:cNvPr>
            <p:cNvSpPr/>
            <p:nvPr userDrawn="1"/>
          </p:nvSpPr>
          <p:spPr>
            <a:xfrm rot="16200000">
              <a:off x="7220584" y="2758227"/>
              <a:ext cx="5612225" cy="5612225"/>
            </a:xfrm>
            <a:prstGeom prst="arc">
              <a:avLst>
                <a:gd name="adj1" fmla="val 14553369"/>
                <a:gd name="adj2" fmla="val 3028724"/>
              </a:avLst>
            </a:prstGeom>
            <a:ln>
              <a:solidFill>
                <a:schemeClr val="accent3">
                  <a:alpha val="12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grpSp>
    </p:spTree>
    <p:extLst>
      <p:ext uri="{BB962C8B-B14F-4D97-AF65-F5344CB8AC3E}">
        <p14:creationId xmlns:p14="http://schemas.microsoft.com/office/powerpoint/2010/main" val="38781126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110B71-8D11-C201-F5B2-9A56EAFD404F}"/>
              </a:ext>
            </a:extLst>
          </p:cNvPr>
          <p:cNvSpPr>
            <a:spLocks noGrp="1"/>
          </p:cNvSpPr>
          <p:nvPr>
            <p:ph type="dt" sz="half" idx="10"/>
          </p:nvPr>
        </p:nvSpPr>
        <p:spPr/>
        <p:txBody>
          <a:bodyPr/>
          <a:lstStyle/>
          <a:p>
            <a:fld id="{28E8D346-A915-4882-A510-80C55F2B0290}" type="datetimeFigureOut">
              <a:rPr lang="en-GB" smtClean="0"/>
              <a:t>04/10/2026</a:t>
            </a:fld>
            <a:endParaRPr lang="en-GB"/>
          </a:p>
        </p:txBody>
      </p:sp>
      <p:sp>
        <p:nvSpPr>
          <p:cNvPr id="3" name="Footer Placeholder 2">
            <a:extLst>
              <a:ext uri="{FF2B5EF4-FFF2-40B4-BE49-F238E27FC236}">
                <a16:creationId xmlns:a16="http://schemas.microsoft.com/office/drawing/2014/main" id="{CA2478E4-6752-116B-5D97-8F367EAA735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9BD55ED-4483-8F05-E5C2-D2DE6EA425E6}"/>
              </a:ext>
            </a:extLst>
          </p:cNvPr>
          <p:cNvSpPr>
            <a:spLocks noGrp="1"/>
          </p:cNvSpPr>
          <p:nvPr>
            <p:ph type="sldNum" sz="quarter" idx="12"/>
          </p:nvPr>
        </p:nvSpPr>
        <p:spPr/>
        <p:txBody>
          <a:bodyPr/>
          <a:lstStyle/>
          <a:p>
            <a:fld id="{E33F180C-7AC5-428A-9DBB-8DF57BA31570}" type="slidenum">
              <a:rPr lang="en-GB" smtClean="0"/>
              <a:t>‹#›</a:t>
            </a:fld>
            <a:endParaRPr lang="en-GB"/>
          </a:p>
        </p:txBody>
      </p:sp>
    </p:spTree>
    <p:extLst>
      <p:ext uri="{BB962C8B-B14F-4D97-AF65-F5344CB8AC3E}">
        <p14:creationId xmlns:p14="http://schemas.microsoft.com/office/powerpoint/2010/main" val="225685160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Simpl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BA3A601-AD69-BD90-F09E-80EF172EFE7D}"/>
              </a:ext>
            </a:extLst>
          </p:cNvPr>
          <p:cNvPicPr>
            <a:picLocks noChangeAspect="1"/>
          </p:cNvPicPr>
          <p:nvPr userDrawn="1"/>
        </p:nvPicPr>
        <p:blipFill>
          <a:blip r:embed="rId2"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pic>
        <p:nvPicPr>
          <p:cNvPr id="8" name="Picture 7" descr="Logo&#10;&#10;Description automatically generated">
            <a:extLst>
              <a:ext uri="{FF2B5EF4-FFF2-40B4-BE49-F238E27FC236}">
                <a16:creationId xmlns:a16="http://schemas.microsoft.com/office/drawing/2014/main" id="{57F8D229-0EB4-A05E-9EAE-A42E73F9F4BB}"/>
              </a:ext>
            </a:extLst>
          </p:cNvPr>
          <p:cNvPicPr>
            <a:picLocks noChangeAspect="1"/>
          </p:cNvPicPr>
          <p:nvPr userDrawn="1"/>
        </p:nvPicPr>
        <p:blipFill>
          <a:blip r:embed="rId3">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sp>
        <p:nvSpPr>
          <p:cNvPr id="2" name="Title 1">
            <a:extLst>
              <a:ext uri="{FF2B5EF4-FFF2-40B4-BE49-F238E27FC236}">
                <a16:creationId xmlns:a16="http://schemas.microsoft.com/office/drawing/2014/main" id="{2A48D10C-C2AC-E9A3-0317-086591DBE393}"/>
              </a:ext>
            </a:extLst>
          </p:cNvPr>
          <p:cNvSpPr>
            <a:spLocks noGrp="1"/>
          </p:cNvSpPr>
          <p:nvPr>
            <p:ph type="title"/>
          </p:nvPr>
        </p:nvSpPr>
        <p:spPr>
          <a:xfrm>
            <a:off x="839788" y="1206501"/>
            <a:ext cx="3932237" cy="850898"/>
          </a:xfrm>
        </p:spPr>
        <p:txBody>
          <a:bodyPr anchor="b"/>
          <a:lstStyle>
            <a:lvl1pPr>
              <a:defRPr sz="3200">
                <a:solidFill>
                  <a:srgbClr val="00B0F0"/>
                </a:solidFill>
                <a:latin typeface="Nexa-Book" panose="01000000000000000000" pitchFamily="2" charset="0"/>
              </a:defRPr>
            </a:lvl1p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EDA2C8D8-EF13-9297-5883-FDD5DAECB38C}"/>
              </a:ext>
            </a:extLst>
          </p:cNvPr>
          <p:cNvSpPr>
            <a:spLocks noGrp="1"/>
          </p:cNvSpPr>
          <p:nvPr>
            <p:ph idx="1"/>
          </p:nvPr>
        </p:nvSpPr>
        <p:spPr>
          <a:xfrm>
            <a:off x="5183188" y="1206501"/>
            <a:ext cx="6172200" cy="4654550"/>
          </a:xfrm>
        </p:spPr>
        <p:txBody>
          <a:bodyPr/>
          <a:lstStyle>
            <a:lvl1pPr>
              <a:defRPr sz="3200">
                <a:solidFill>
                  <a:schemeClr val="bg2">
                    <a:lumMod val="50000"/>
                  </a:schemeClr>
                </a:solidFill>
                <a:latin typeface="Nexa-Light" panose="01000000000000000000" pitchFamily="2" charset="0"/>
              </a:defRPr>
            </a:lvl1pPr>
            <a:lvl2pPr>
              <a:defRPr sz="2800">
                <a:solidFill>
                  <a:schemeClr val="bg2">
                    <a:lumMod val="50000"/>
                  </a:schemeClr>
                </a:solidFill>
                <a:latin typeface="Nexa-Light" panose="01000000000000000000" pitchFamily="2" charset="0"/>
              </a:defRPr>
            </a:lvl2pPr>
            <a:lvl3pPr>
              <a:defRPr sz="2400">
                <a:solidFill>
                  <a:schemeClr val="bg2">
                    <a:lumMod val="50000"/>
                  </a:schemeClr>
                </a:solidFill>
                <a:latin typeface="Nexa-Light" panose="01000000000000000000" pitchFamily="2" charset="0"/>
              </a:defRPr>
            </a:lvl3pPr>
            <a:lvl4pPr>
              <a:defRPr sz="2000">
                <a:solidFill>
                  <a:schemeClr val="bg2">
                    <a:lumMod val="50000"/>
                  </a:schemeClr>
                </a:solidFill>
                <a:latin typeface="Nexa-Light" panose="01000000000000000000" pitchFamily="2" charset="0"/>
              </a:defRPr>
            </a:lvl4pPr>
            <a:lvl5pPr>
              <a:defRPr sz="2000">
                <a:solidFill>
                  <a:schemeClr val="bg2">
                    <a:lumMod val="50000"/>
                  </a:schemeClr>
                </a:solidFill>
                <a:latin typeface="Nexa-Light" panose="01000000000000000000" pitchFamily="2"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Text Placeholder 3">
            <a:extLst>
              <a:ext uri="{FF2B5EF4-FFF2-40B4-BE49-F238E27FC236}">
                <a16:creationId xmlns:a16="http://schemas.microsoft.com/office/drawing/2014/main" id="{C3E8177A-3450-A672-3524-7CA2D51D6054}"/>
              </a:ext>
            </a:extLst>
          </p:cNvPr>
          <p:cNvSpPr>
            <a:spLocks noGrp="1"/>
          </p:cNvSpPr>
          <p:nvPr>
            <p:ph type="body" sz="half" idx="2"/>
          </p:nvPr>
        </p:nvSpPr>
        <p:spPr>
          <a:xfrm>
            <a:off x="839788" y="2057400"/>
            <a:ext cx="3932237" cy="3811588"/>
          </a:xfrm>
        </p:spPr>
        <p:txBody>
          <a:bodyPr>
            <a:normAutofit/>
          </a:bodyPr>
          <a:lstStyle>
            <a:lvl1pPr marL="0" indent="0">
              <a:buNone/>
              <a:defRPr sz="2000">
                <a:solidFill>
                  <a:schemeClr val="bg2">
                    <a:lumMod val="50000"/>
                  </a:schemeClr>
                </a:solidFill>
                <a:latin typeface="Nexa-Book" panose="010000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2CFF38A2-818B-B1B4-9E19-F1AAAAEB7604}"/>
              </a:ext>
            </a:extLst>
          </p:cNvPr>
          <p:cNvSpPr>
            <a:spLocks noGrp="1"/>
          </p:cNvSpPr>
          <p:nvPr>
            <p:ph type="dt" sz="half" idx="10"/>
          </p:nvPr>
        </p:nvSpPr>
        <p:spPr/>
        <p:txBody>
          <a:bodyPr/>
          <a:lstStyle/>
          <a:p>
            <a:fld id="{28E8D346-A915-4882-A510-80C55F2B0290}" type="datetimeFigureOut">
              <a:rPr lang="en-GB" smtClean="0"/>
              <a:t>04/10/2026</a:t>
            </a:fld>
            <a:endParaRPr lang="en-GB"/>
          </a:p>
        </p:txBody>
      </p:sp>
      <p:sp>
        <p:nvSpPr>
          <p:cNvPr id="6" name="Footer Placeholder 5">
            <a:extLst>
              <a:ext uri="{FF2B5EF4-FFF2-40B4-BE49-F238E27FC236}">
                <a16:creationId xmlns:a16="http://schemas.microsoft.com/office/drawing/2014/main" id="{6A3BB7C3-13B6-EFC7-D954-A082C1AB4A6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FF86874-56F0-02BD-3A56-CDDF72E26628}"/>
              </a:ext>
            </a:extLst>
          </p:cNvPr>
          <p:cNvSpPr>
            <a:spLocks noGrp="1"/>
          </p:cNvSpPr>
          <p:nvPr>
            <p:ph type="sldNum" sz="quarter" idx="12"/>
          </p:nvPr>
        </p:nvSpPr>
        <p:spPr/>
        <p:txBody>
          <a:bodyPr/>
          <a:lstStyle/>
          <a:p>
            <a:fld id="{E33F180C-7AC5-428A-9DBB-8DF57BA31570}" type="slidenum">
              <a:rPr lang="en-GB" smtClean="0"/>
              <a:t>‹#›</a:t>
            </a:fld>
            <a:endParaRPr lang="en-GB"/>
          </a:p>
        </p:txBody>
      </p:sp>
      <p:cxnSp>
        <p:nvCxnSpPr>
          <p:cNvPr id="10" name="Straight Connector 9">
            <a:extLst>
              <a:ext uri="{FF2B5EF4-FFF2-40B4-BE49-F238E27FC236}">
                <a16:creationId xmlns:a16="http://schemas.microsoft.com/office/drawing/2014/main" id="{D481DAA9-7159-FCB3-921B-0B55F1EBACE0}"/>
              </a:ext>
            </a:extLst>
          </p:cNvPr>
          <p:cNvCxnSpPr>
            <a:cxnSpLocks/>
          </p:cNvCxnSpPr>
          <p:nvPr userDrawn="1"/>
        </p:nvCxnSpPr>
        <p:spPr>
          <a:xfrm flipH="1">
            <a:off x="838200" y="2057400"/>
            <a:ext cx="3933825" cy="0"/>
          </a:xfrm>
          <a:prstGeom prst="line">
            <a:avLst/>
          </a:prstGeom>
        </p:spPr>
        <p:style>
          <a:lnRef idx="3">
            <a:schemeClr val="accent3"/>
          </a:lnRef>
          <a:fillRef idx="0">
            <a:schemeClr val="accent3"/>
          </a:fillRef>
          <a:effectRef idx="2">
            <a:schemeClr val="accent3"/>
          </a:effectRef>
          <a:fontRef idx="minor">
            <a:schemeClr val="tx1"/>
          </a:fontRef>
        </p:style>
      </p:cxnSp>
    </p:spTree>
    <p:extLst>
      <p:ext uri="{BB962C8B-B14F-4D97-AF65-F5344CB8AC3E}">
        <p14:creationId xmlns:p14="http://schemas.microsoft.com/office/powerpoint/2010/main" val="39485761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Logo">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BA3A601-AD69-BD90-F09E-80EF172EFE7D}"/>
              </a:ext>
            </a:extLst>
          </p:cNvPr>
          <p:cNvPicPr>
            <a:picLocks noChangeAspect="1"/>
          </p:cNvPicPr>
          <p:nvPr userDrawn="1"/>
        </p:nvPicPr>
        <p:blipFill>
          <a:blip r:embed="rId2"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pic>
        <p:nvPicPr>
          <p:cNvPr id="8" name="Picture 7" descr="Logo&#10;&#10;Description automatically generated">
            <a:extLst>
              <a:ext uri="{FF2B5EF4-FFF2-40B4-BE49-F238E27FC236}">
                <a16:creationId xmlns:a16="http://schemas.microsoft.com/office/drawing/2014/main" id="{57F8D229-0EB4-A05E-9EAE-A42E73F9F4BB}"/>
              </a:ext>
            </a:extLst>
          </p:cNvPr>
          <p:cNvPicPr>
            <a:picLocks noChangeAspect="1"/>
          </p:cNvPicPr>
          <p:nvPr userDrawn="1"/>
        </p:nvPicPr>
        <p:blipFill>
          <a:blip r:embed="rId3">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sp>
        <p:nvSpPr>
          <p:cNvPr id="2" name="Title 1">
            <a:extLst>
              <a:ext uri="{FF2B5EF4-FFF2-40B4-BE49-F238E27FC236}">
                <a16:creationId xmlns:a16="http://schemas.microsoft.com/office/drawing/2014/main" id="{2A48D10C-C2AC-E9A3-0317-086591DBE393}"/>
              </a:ext>
            </a:extLst>
          </p:cNvPr>
          <p:cNvSpPr>
            <a:spLocks noGrp="1"/>
          </p:cNvSpPr>
          <p:nvPr>
            <p:ph type="title"/>
          </p:nvPr>
        </p:nvSpPr>
        <p:spPr>
          <a:xfrm>
            <a:off x="839788" y="1206501"/>
            <a:ext cx="3932237" cy="850898"/>
          </a:xfrm>
        </p:spPr>
        <p:txBody>
          <a:bodyPr anchor="b"/>
          <a:lstStyle>
            <a:lvl1pPr>
              <a:defRPr sz="3200">
                <a:solidFill>
                  <a:srgbClr val="00B0F0"/>
                </a:solidFill>
                <a:latin typeface="Nexa-Book" panose="01000000000000000000" pitchFamily="2" charset="0"/>
              </a:defRPr>
            </a:lvl1p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EDA2C8D8-EF13-9297-5883-FDD5DAECB38C}"/>
              </a:ext>
            </a:extLst>
          </p:cNvPr>
          <p:cNvSpPr>
            <a:spLocks noGrp="1"/>
          </p:cNvSpPr>
          <p:nvPr>
            <p:ph idx="1"/>
          </p:nvPr>
        </p:nvSpPr>
        <p:spPr>
          <a:xfrm>
            <a:off x="5183188" y="1206501"/>
            <a:ext cx="6172200" cy="4654550"/>
          </a:xfrm>
        </p:spPr>
        <p:txBody>
          <a:bodyPr/>
          <a:lstStyle>
            <a:lvl1pPr>
              <a:defRPr sz="3200">
                <a:solidFill>
                  <a:schemeClr val="bg2">
                    <a:lumMod val="50000"/>
                  </a:schemeClr>
                </a:solidFill>
                <a:latin typeface="Nexa-Light" panose="01000000000000000000" pitchFamily="2" charset="0"/>
              </a:defRPr>
            </a:lvl1pPr>
            <a:lvl2pPr>
              <a:defRPr sz="2800">
                <a:solidFill>
                  <a:schemeClr val="bg2">
                    <a:lumMod val="50000"/>
                  </a:schemeClr>
                </a:solidFill>
                <a:latin typeface="Nexa-Light" panose="01000000000000000000" pitchFamily="2" charset="0"/>
              </a:defRPr>
            </a:lvl2pPr>
            <a:lvl3pPr>
              <a:defRPr sz="2400">
                <a:solidFill>
                  <a:schemeClr val="bg2">
                    <a:lumMod val="50000"/>
                  </a:schemeClr>
                </a:solidFill>
                <a:latin typeface="Nexa-Light" panose="01000000000000000000" pitchFamily="2" charset="0"/>
              </a:defRPr>
            </a:lvl3pPr>
            <a:lvl4pPr>
              <a:defRPr sz="2000">
                <a:solidFill>
                  <a:schemeClr val="bg2">
                    <a:lumMod val="50000"/>
                  </a:schemeClr>
                </a:solidFill>
                <a:latin typeface="Nexa-Light" panose="01000000000000000000" pitchFamily="2" charset="0"/>
              </a:defRPr>
            </a:lvl4pPr>
            <a:lvl5pPr>
              <a:defRPr sz="2000">
                <a:solidFill>
                  <a:schemeClr val="bg2">
                    <a:lumMod val="50000"/>
                  </a:schemeClr>
                </a:solidFill>
                <a:latin typeface="Nexa-Light" panose="01000000000000000000" pitchFamily="2"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Text Placeholder 3">
            <a:extLst>
              <a:ext uri="{FF2B5EF4-FFF2-40B4-BE49-F238E27FC236}">
                <a16:creationId xmlns:a16="http://schemas.microsoft.com/office/drawing/2014/main" id="{C3E8177A-3450-A672-3524-7CA2D51D6054}"/>
              </a:ext>
            </a:extLst>
          </p:cNvPr>
          <p:cNvSpPr>
            <a:spLocks noGrp="1"/>
          </p:cNvSpPr>
          <p:nvPr>
            <p:ph type="body" sz="half" idx="2"/>
          </p:nvPr>
        </p:nvSpPr>
        <p:spPr>
          <a:xfrm>
            <a:off x="839788" y="2057400"/>
            <a:ext cx="3932237" cy="3811588"/>
          </a:xfrm>
        </p:spPr>
        <p:txBody>
          <a:bodyPr>
            <a:normAutofit/>
          </a:bodyPr>
          <a:lstStyle>
            <a:lvl1pPr marL="0" indent="0">
              <a:buNone/>
              <a:defRPr sz="2000">
                <a:solidFill>
                  <a:schemeClr val="bg2">
                    <a:lumMod val="50000"/>
                  </a:schemeClr>
                </a:solidFill>
                <a:latin typeface="Nexa-Book" panose="010000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2CFF38A2-818B-B1B4-9E19-F1AAAAEB7604}"/>
              </a:ext>
            </a:extLst>
          </p:cNvPr>
          <p:cNvSpPr>
            <a:spLocks noGrp="1"/>
          </p:cNvSpPr>
          <p:nvPr>
            <p:ph type="dt" sz="half" idx="10"/>
          </p:nvPr>
        </p:nvSpPr>
        <p:spPr/>
        <p:txBody>
          <a:bodyPr/>
          <a:lstStyle/>
          <a:p>
            <a:fld id="{28E8D346-A915-4882-A510-80C55F2B0290}" type="datetimeFigureOut">
              <a:rPr lang="en-GB" smtClean="0"/>
              <a:t>04/10/2026</a:t>
            </a:fld>
            <a:endParaRPr lang="en-GB"/>
          </a:p>
        </p:txBody>
      </p:sp>
      <p:sp>
        <p:nvSpPr>
          <p:cNvPr id="6" name="Footer Placeholder 5">
            <a:extLst>
              <a:ext uri="{FF2B5EF4-FFF2-40B4-BE49-F238E27FC236}">
                <a16:creationId xmlns:a16="http://schemas.microsoft.com/office/drawing/2014/main" id="{6A3BB7C3-13B6-EFC7-D954-A082C1AB4A6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FF86874-56F0-02BD-3A56-CDDF72E26628}"/>
              </a:ext>
            </a:extLst>
          </p:cNvPr>
          <p:cNvSpPr>
            <a:spLocks noGrp="1"/>
          </p:cNvSpPr>
          <p:nvPr>
            <p:ph type="sldNum" sz="quarter" idx="12"/>
          </p:nvPr>
        </p:nvSpPr>
        <p:spPr/>
        <p:txBody>
          <a:bodyPr/>
          <a:lstStyle/>
          <a:p>
            <a:fld id="{E33F180C-7AC5-428A-9DBB-8DF57BA31570}" type="slidenum">
              <a:rPr lang="en-GB" smtClean="0"/>
              <a:t>‹#›</a:t>
            </a:fld>
            <a:endParaRPr lang="en-GB"/>
          </a:p>
        </p:txBody>
      </p:sp>
      <p:cxnSp>
        <p:nvCxnSpPr>
          <p:cNvPr id="10" name="Straight Connector 9">
            <a:extLst>
              <a:ext uri="{FF2B5EF4-FFF2-40B4-BE49-F238E27FC236}">
                <a16:creationId xmlns:a16="http://schemas.microsoft.com/office/drawing/2014/main" id="{D481DAA9-7159-FCB3-921B-0B55F1EBACE0}"/>
              </a:ext>
            </a:extLst>
          </p:cNvPr>
          <p:cNvCxnSpPr>
            <a:cxnSpLocks/>
          </p:cNvCxnSpPr>
          <p:nvPr userDrawn="1"/>
        </p:nvCxnSpPr>
        <p:spPr>
          <a:xfrm flipH="1">
            <a:off x="838200" y="2057400"/>
            <a:ext cx="3933825" cy="0"/>
          </a:xfrm>
          <a:prstGeom prst="line">
            <a:avLst/>
          </a:prstGeom>
        </p:spPr>
        <p:style>
          <a:lnRef idx="3">
            <a:schemeClr val="accent3"/>
          </a:lnRef>
          <a:fillRef idx="0">
            <a:schemeClr val="accent3"/>
          </a:fillRef>
          <a:effectRef idx="2">
            <a:schemeClr val="accent3"/>
          </a:effectRef>
          <a:fontRef idx="minor">
            <a:schemeClr val="tx1"/>
          </a:fontRef>
        </p:style>
      </p:cxnSp>
      <p:grpSp>
        <p:nvGrpSpPr>
          <p:cNvPr id="11" name="Group 10">
            <a:extLst>
              <a:ext uri="{FF2B5EF4-FFF2-40B4-BE49-F238E27FC236}">
                <a16:creationId xmlns:a16="http://schemas.microsoft.com/office/drawing/2014/main" id="{30C984A1-6593-853A-9B97-65F3D4B10071}"/>
              </a:ext>
            </a:extLst>
          </p:cNvPr>
          <p:cNvGrpSpPr/>
          <p:nvPr userDrawn="1"/>
        </p:nvGrpSpPr>
        <p:grpSpPr>
          <a:xfrm>
            <a:off x="7209216" y="2758227"/>
            <a:ext cx="5623593" cy="5612225"/>
            <a:chOff x="7209216" y="2758227"/>
            <a:chExt cx="5623593" cy="5612225"/>
          </a:xfrm>
        </p:grpSpPr>
        <p:pic>
          <p:nvPicPr>
            <p:cNvPr id="12" name="Picture 11">
              <a:extLst>
                <a:ext uri="{FF2B5EF4-FFF2-40B4-BE49-F238E27FC236}">
                  <a16:creationId xmlns:a16="http://schemas.microsoft.com/office/drawing/2014/main" id="{D8B8DA1D-5808-60BA-D1A1-B8EECC1B70A4}"/>
                </a:ext>
              </a:extLst>
            </p:cNvPr>
            <p:cNvPicPr>
              <a:picLocks noChangeAspect="1"/>
            </p:cNvPicPr>
            <p:nvPr userDrawn="1"/>
          </p:nvPicPr>
          <p:blipFill rotWithShape="1">
            <a:blip r:embed="rId4">
              <a:grayscl/>
              <a:alphaModFix amt="12000"/>
              <a:extLst>
                <a:ext uri="{28A0092B-C50C-407E-A947-70E740481C1C}">
                  <a14:useLocalDpi xmlns:a14="http://schemas.microsoft.com/office/drawing/2010/main" val="0"/>
                </a:ext>
              </a:extLst>
            </a:blip>
            <a:srcRect r="12379" b="28024"/>
            <a:stretch/>
          </p:blipFill>
          <p:spPr>
            <a:xfrm>
              <a:off x="7209216" y="2764866"/>
              <a:ext cx="4982784" cy="4093134"/>
            </a:xfrm>
            <a:prstGeom prst="rect">
              <a:avLst/>
            </a:prstGeom>
          </p:spPr>
        </p:pic>
        <p:sp>
          <p:nvSpPr>
            <p:cNvPr id="13" name="Arc 12">
              <a:extLst>
                <a:ext uri="{FF2B5EF4-FFF2-40B4-BE49-F238E27FC236}">
                  <a16:creationId xmlns:a16="http://schemas.microsoft.com/office/drawing/2014/main" id="{2B67F314-AC9F-2A3B-3561-2F1141B54268}"/>
                </a:ext>
              </a:extLst>
            </p:cNvPr>
            <p:cNvSpPr/>
            <p:nvPr userDrawn="1"/>
          </p:nvSpPr>
          <p:spPr>
            <a:xfrm rot="16200000">
              <a:off x="7220584" y="2758227"/>
              <a:ext cx="5612225" cy="5612225"/>
            </a:xfrm>
            <a:prstGeom prst="arc">
              <a:avLst>
                <a:gd name="adj1" fmla="val 14553369"/>
                <a:gd name="adj2" fmla="val 3028724"/>
              </a:avLst>
            </a:prstGeom>
            <a:ln>
              <a:solidFill>
                <a:schemeClr val="accent3">
                  <a:alpha val="12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grpSp>
    </p:spTree>
    <p:extLst>
      <p:ext uri="{BB962C8B-B14F-4D97-AF65-F5344CB8AC3E}">
        <p14:creationId xmlns:p14="http://schemas.microsoft.com/office/powerpoint/2010/main" val="146283753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Simp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CDF6C-F99F-1AFA-98D0-D46A9AD35D48}"/>
              </a:ext>
            </a:extLst>
          </p:cNvPr>
          <p:cNvSpPr>
            <a:spLocks noGrp="1"/>
          </p:cNvSpPr>
          <p:nvPr>
            <p:ph type="title"/>
          </p:nvPr>
        </p:nvSpPr>
        <p:spPr>
          <a:xfrm>
            <a:off x="839788" y="1207476"/>
            <a:ext cx="3932237" cy="849923"/>
          </a:xfrm>
        </p:spPr>
        <p:txBody>
          <a:bodyPr anchor="b"/>
          <a:lstStyle>
            <a:lvl1pPr>
              <a:defRPr sz="3200">
                <a:solidFill>
                  <a:srgbClr val="00B0F0"/>
                </a:solidFill>
                <a:latin typeface="Nexa-Book" panose="01000000000000000000" pitchFamily="2" charset="0"/>
              </a:defRPr>
            </a:lvl1pPr>
          </a:lstStyle>
          <a:p>
            <a:r>
              <a:rPr lang="en-US" dirty="0"/>
              <a:t>Click to edit Master title style</a:t>
            </a:r>
            <a:endParaRPr lang="en-GB" dirty="0"/>
          </a:p>
        </p:txBody>
      </p:sp>
      <p:sp>
        <p:nvSpPr>
          <p:cNvPr id="3" name="Picture Placeholder 2">
            <a:extLst>
              <a:ext uri="{FF2B5EF4-FFF2-40B4-BE49-F238E27FC236}">
                <a16:creationId xmlns:a16="http://schemas.microsoft.com/office/drawing/2014/main" id="{2EB44C9D-2112-79B0-4816-9E78BD29BD07}"/>
              </a:ext>
            </a:extLst>
          </p:cNvPr>
          <p:cNvSpPr>
            <a:spLocks noGrp="1"/>
          </p:cNvSpPr>
          <p:nvPr>
            <p:ph type="pic" idx="1"/>
          </p:nvPr>
        </p:nvSpPr>
        <p:spPr>
          <a:xfrm>
            <a:off x="5183188" y="1207476"/>
            <a:ext cx="6172200" cy="465357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ED78CF4E-C176-9D12-7120-4D0A9F2DAE39}"/>
              </a:ext>
            </a:extLst>
          </p:cNvPr>
          <p:cNvSpPr>
            <a:spLocks noGrp="1"/>
          </p:cNvSpPr>
          <p:nvPr>
            <p:ph type="body" sz="half" idx="2"/>
          </p:nvPr>
        </p:nvSpPr>
        <p:spPr>
          <a:xfrm>
            <a:off x="839788" y="2057400"/>
            <a:ext cx="3932237" cy="3811588"/>
          </a:xfrm>
        </p:spPr>
        <p:txBody>
          <a:bodyPr>
            <a:normAutofit/>
          </a:bodyPr>
          <a:lstStyle>
            <a:lvl1pPr marL="0" indent="0">
              <a:buNone/>
              <a:defRPr sz="2000">
                <a:solidFill>
                  <a:schemeClr val="bg2">
                    <a:lumMod val="50000"/>
                  </a:schemeClr>
                </a:solidFill>
                <a:latin typeface="Nexa-Book" panose="010000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4EFCB104-0143-327D-34B1-7151C91F2E32}"/>
              </a:ext>
            </a:extLst>
          </p:cNvPr>
          <p:cNvSpPr>
            <a:spLocks noGrp="1"/>
          </p:cNvSpPr>
          <p:nvPr>
            <p:ph type="dt" sz="half" idx="10"/>
          </p:nvPr>
        </p:nvSpPr>
        <p:spPr/>
        <p:txBody>
          <a:bodyPr/>
          <a:lstStyle/>
          <a:p>
            <a:fld id="{28E8D346-A915-4882-A510-80C55F2B0290}" type="datetimeFigureOut">
              <a:rPr lang="en-GB" smtClean="0"/>
              <a:t>04/10/2026</a:t>
            </a:fld>
            <a:endParaRPr lang="en-GB"/>
          </a:p>
        </p:txBody>
      </p:sp>
      <p:sp>
        <p:nvSpPr>
          <p:cNvPr id="6" name="Footer Placeholder 5">
            <a:extLst>
              <a:ext uri="{FF2B5EF4-FFF2-40B4-BE49-F238E27FC236}">
                <a16:creationId xmlns:a16="http://schemas.microsoft.com/office/drawing/2014/main" id="{7DCEEECE-E60B-0CC8-E29F-58D51A5130F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D191EF0-CF7E-5D1F-2062-9EBDCCA48E0B}"/>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8" name="Picture 7">
            <a:extLst>
              <a:ext uri="{FF2B5EF4-FFF2-40B4-BE49-F238E27FC236}">
                <a16:creationId xmlns:a16="http://schemas.microsoft.com/office/drawing/2014/main" id="{EAEA6701-4F96-CE0C-492C-6DFAA4D17FAE}"/>
              </a:ext>
            </a:extLst>
          </p:cNvPr>
          <p:cNvPicPr>
            <a:picLocks noChangeAspect="1"/>
          </p:cNvPicPr>
          <p:nvPr userDrawn="1"/>
        </p:nvPicPr>
        <p:blipFill>
          <a:blip r:embed="rId2"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pic>
        <p:nvPicPr>
          <p:cNvPr id="9" name="Picture 8" descr="Logo&#10;&#10;Description automatically generated">
            <a:extLst>
              <a:ext uri="{FF2B5EF4-FFF2-40B4-BE49-F238E27FC236}">
                <a16:creationId xmlns:a16="http://schemas.microsoft.com/office/drawing/2014/main" id="{04F42B12-34D2-EC73-93B8-A643C1AB7159}"/>
              </a:ext>
            </a:extLst>
          </p:cNvPr>
          <p:cNvPicPr>
            <a:picLocks noChangeAspect="1"/>
          </p:cNvPicPr>
          <p:nvPr userDrawn="1"/>
        </p:nvPicPr>
        <p:blipFill>
          <a:blip r:embed="rId3">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cxnSp>
        <p:nvCxnSpPr>
          <p:cNvPr id="10" name="Straight Connector 9">
            <a:extLst>
              <a:ext uri="{FF2B5EF4-FFF2-40B4-BE49-F238E27FC236}">
                <a16:creationId xmlns:a16="http://schemas.microsoft.com/office/drawing/2014/main" id="{98225E6E-34E3-8E0F-A53C-AEDCE8120288}"/>
              </a:ext>
            </a:extLst>
          </p:cNvPr>
          <p:cNvCxnSpPr>
            <a:cxnSpLocks/>
          </p:cNvCxnSpPr>
          <p:nvPr userDrawn="1"/>
        </p:nvCxnSpPr>
        <p:spPr>
          <a:xfrm flipH="1">
            <a:off x="838200" y="2057400"/>
            <a:ext cx="3933825" cy="0"/>
          </a:xfrm>
          <a:prstGeom prst="line">
            <a:avLst/>
          </a:prstGeom>
        </p:spPr>
        <p:style>
          <a:lnRef idx="3">
            <a:schemeClr val="accent3"/>
          </a:lnRef>
          <a:fillRef idx="0">
            <a:schemeClr val="accent3"/>
          </a:fillRef>
          <a:effectRef idx="2">
            <a:schemeClr val="accent3"/>
          </a:effectRef>
          <a:fontRef idx="minor">
            <a:schemeClr val="tx1"/>
          </a:fontRef>
        </p:style>
      </p:cxnSp>
    </p:spTree>
    <p:extLst>
      <p:ext uri="{BB962C8B-B14F-4D97-AF65-F5344CB8AC3E}">
        <p14:creationId xmlns:p14="http://schemas.microsoft.com/office/powerpoint/2010/main" val="193336320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Black Logo">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110B71-8D11-C201-F5B2-9A56EAFD404F}"/>
              </a:ext>
            </a:extLst>
          </p:cNvPr>
          <p:cNvSpPr>
            <a:spLocks noGrp="1"/>
          </p:cNvSpPr>
          <p:nvPr>
            <p:ph type="dt" sz="half" idx="10"/>
          </p:nvPr>
        </p:nvSpPr>
        <p:spPr/>
        <p:txBody>
          <a:bodyPr/>
          <a:lstStyle/>
          <a:p>
            <a:fld id="{28E8D346-A915-4882-A510-80C55F2B0290}" type="datetimeFigureOut">
              <a:rPr lang="en-GB" smtClean="0"/>
              <a:t>04/10/2026</a:t>
            </a:fld>
            <a:endParaRPr lang="en-GB"/>
          </a:p>
        </p:txBody>
      </p:sp>
      <p:sp>
        <p:nvSpPr>
          <p:cNvPr id="3" name="Footer Placeholder 2">
            <a:extLst>
              <a:ext uri="{FF2B5EF4-FFF2-40B4-BE49-F238E27FC236}">
                <a16:creationId xmlns:a16="http://schemas.microsoft.com/office/drawing/2014/main" id="{CA2478E4-6752-116B-5D97-8F367EAA735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9BD55ED-4483-8F05-E5C2-D2DE6EA425E6}"/>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6" name="Picture 5" descr="Logo&#10;&#10;Description automatically generated">
            <a:extLst>
              <a:ext uri="{FF2B5EF4-FFF2-40B4-BE49-F238E27FC236}">
                <a16:creationId xmlns:a16="http://schemas.microsoft.com/office/drawing/2014/main" id="{17214950-9F4F-61CB-028E-624818BE881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83637" y="816637"/>
            <a:ext cx="5224725" cy="5224725"/>
          </a:xfrm>
          <a:prstGeom prst="rect">
            <a:avLst/>
          </a:prstGeom>
        </p:spPr>
      </p:pic>
    </p:spTree>
    <p:extLst>
      <p:ext uri="{BB962C8B-B14F-4D97-AF65-F5344CB8AC3E}">
        <p14:creationId xmlns:p14="http://schemas.microsoft.com/office/powerpoint/2010/main" val="1728961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ck Logo Blue Backgorun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4AF69F4-770D-1B85-848B-D57E7B0CA147}"/>
              </a:ext>
            </a:extLst>
          </p:cNvPr>
          <p:cNvSpPr/>
          <p:nvPr userDrawn="1"/>
        </p:nvSpPr>
        <p:spPr>
          <a:xfrm>
            <a:off x="0" y="0"/>
            <a:ext cx="12192000" cy="6858000"/>
          </a:xfrm>
          <a:prstGeom prst="rect">
            <a:avLst/>
          </a:prstGeom>
          <a:gradFill flip="none" rotWithShape="1">
            <a:gsLst>
              <a:gs pos="0">
                <a:srgbClr val="00B0F0">
                  <a:shade val="30000"/>
                  <a:satMod val="115000"/>
                </a:srgbClr>
              </a:gs>
              <a:gs pos="0">
                <a:srgbClr val="00B0F0">
                  <a:shade val="67500"/>
                  <a:satMod val="115000"/>
                </a:srgbClr>
              </a:gs>
              <a:gs pos="85000">
                <a:srgbClr val="00B0F0">
                  <a:shade val="100000"/>
                  <a:satMod val="115000"/>
                </a:srgbClr>
              </a:gs>
            </a:gsLst>
            <a:path path="circle">
              <a:fillToRect l="50000" t="50000" r="50000" b="50000"/>
            </a:path>
            <a:tileRect/>
          </a:gra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Date Placeholder 1">
            <a:extLst>
              <a:ext uri="{FF2B5EF4-FFF2-40B4-BE49-F238E27FC236}">
                <a16:creationId xmlns:a16="http://schemas.microsoft.com/office/drawing/2014/main" id="{C5110B71-8D11-C201-F5B2-9A56EAFD404F}"/>
              </a:ext>
            </a:extLst>
          </p:cNvPr>
          <p:cNvSpPr>
            <a:spLocks noGrp="1"/>
          </p:cNvSpPr>
          <p:nvPr>
            <p:ph type="dt" sz="half" idx="10"/>
          </p:nvPr>
        </p:nvSpPr>
        <p:spPr/>
        <p:txBody>
          <a:bodyPr/>
          <a:lstStyle/>
          <a:p>
            <a:fld id="{28E8D346-A915-4882-A510-80C55F2B0290}" type="datetimeFigureOut">
              <a:rPr lang="en-GB" smtClean="0"/>
              <a:t>04/10/2026</a:t>
            </a:fld>
            <a:endParaRPr lang="en-GB"/>
          </a:p>
        </p:txBody>
      </p:sp>
      <p:sp>
        <p:nvSpPr>
          <p:cNvPr id="3" name="Footer Placeholder 2">
            <a:extLst>
              <a:ext uri="{FF2B5EF4-FFF2-40B4-BE49-F238E27FC236}">
                <a16:creationId xmlns:a16="http://schemas.microsoft.com/office/drawing/2014/main" id="{CA2478E4-6752-116B-5D97-8F367EAA735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9BD55ED-4483-8F05-E5C2-D2DE6EA425E6}"/>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6" name="Picture 5" descr="Logo&#10;&#10;Description automatically generated">
            <a:extLst>
              <a:ext uri="{FF2B5EF4-FFF2-40B4-BE49-F238E27FC236}">
                <a16:creationId xmlns:a16="http://schemas.microsoft.com/office/drawing/2014/main" id="{17214950-9F4F-61CB-028E-624818BE881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83637" y="816637"/>
            <a:ext cx="5224725" cy="5224725"/>
          </a:xfrm>
          <a:prstGeom prst="rect">
            <a:avLst/>
          </a:prstGeom>
        </p:spPr>
      </p:pic>
    </p:spTree>
    <p:extLst>
      <p:ext uri="{BB962C8B-B14F-4D97-AF65-F5344CB8AC3E}">
        <p14:creationId xmlns:p14="http://schemas.microsoft.com/office/powerpoint/2010/main" val="218731747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White Logo Blue Backgroun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66A0D65-B433-449D-A2E1-10BC8BD32A5D}"/>
              </a:ext>
            </a:extLst>
          </p:cNvPr>
          <p:cNvSpPr/>
          <p:nvPr userDrawn="1"/>
        </p:nvSpPr>
        <p:spPr>
          <a:xfrm>
            <a:off x="0" y="0"/>
            <a:ext cx="12192000" cy="6858000"/>
          </a:xfrm>
          <a:prstGeom prst="rect">
            <a:avLst/>
          </a:prstGeom>
          <a:gradFill flip="none" rotWithShape="1">
            <a:gsLst>
              <a:gs pos="0">
                <a:srgbClr val="00B0F0">
                  <a:shade val="30000"/>
                  <a:satMod val="115000"/>
                </a:srgbClr>
              </a:gs>
              <a:gs pos="0">
                <a:srgbClr val="00B0F0">
                  <a:shade val="67500"/>
                  <a:satMod val="115000"/>
                </a:srgbClr>
              </a:gs>
              <a:gs pos="44000">
                <a:srgbClr val="00B0F0">
                  <a:shade val="100000"/>
                  <a:satMod val="115000"/>
                </a:srgbClr>
              </a:gs>
            </a:gsLst>
            <a:path path="circle">
              <a:fillToRect l="50000" t="50000" r="50000" b="50000"/>
            </a:path>
            <a:tileRect/>
          </a:gradFill>
          <a:ln>
            <a:solidFill>
              <a:srgbClr val="00C4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Date Placeholder 1">
            <a:extLst>
              <a:ext uri="{FF2B5EF4-FFF2-40B4-BE49-F238E27FC236}">
                <a16:creationId xmlns:a16="http://schemas.microsoft.com/office/drawing/2014/main" id="{C5110B71-8D11-C201-F5B2-9A56EAFD404F}"/>
              </a:ext>
            </a:extLst>
          </p:cNvPr>
          <p:cNvSpPr>
            <a:spLocks noGrp="1"/>
          </p:cNvSpPr>
          <p:nvPr>
            <p:ph type="dt" sz="half" idx="10"/>
          </p:nvPr>
        </p:nvSpPr>
        <p:spPr/>
        <p:txBody>
          <a:bodyPr/>
          <a:lstStyle/>
          <a:p>
            <a:fld id="{28E8D346-A915-4882-A510-80C55F2B0290}" type="datetimeFigureOut">
              <a:rPr lang="en-GB" smtClean="0"/>
              <a:t>04/10/2026</a:t>
            </a:fld>
            <a:endParaRPr lang="en-GB"/>
          </a:p>
        </p:txBody>
      </p:sp>
      <p:sp>
        <p:nvSpPr>
          <p:cNvPr id="3" name="Footer Placeholder 2">
            <a:extLst>
              <a:ext uri="{FF2B5EF4-FFF2-40B4-BE49-F238E27FC236}">
                <a16:creationId xmlns:a16="http://schemas.microsoft.com/office/drawing/2014/main" id="{CA2478E4-6752-116B-5D97-8F367EAA735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9BD55ED-4483-8F05-E5C2-D2DE6EA425E6}"/>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6" name="Picture 5">
            <a:extLst>
              <a:ext uri="{FF2B5EF4-FFF2-40B4-BE49-F238E27FC236}">
                <a16:creationId xmlns:a16="http://schemas.microsoft.com/office/drawing/2014/main" id="{17214950-9F4F-61CB-028E-624818BE881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483637" y="816637"/>
            <a:ext cx="5224725" cy="5224725"/>
          </a:xfrm>
          <a:prstGeom prst="rect">
            <a:avLst/>
          </a:prstGeom>
        </p:spPr>
      </p:pic>
    </p:spTree>
    <p:extLst>
      <p:ext uri="{BB962C8B-B14F-4D97-AF65-F5344CB8AC3E}">
        <p14:creationId xmlns:p14="http://schemas.microsoft.com/office/powerpoint/2010/main" val="424462250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White Logo White Backgroun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110B71-8D11-C201-F5B2-9A56EAFD404F}"/>
              </a:ext>
            </a:extLst>
          </p:cNvPr>
          <p:cNvSpPr>
            <a:spLocks noGrp="1"/>
          </p:cNvSpPr>
          <p:nvPr>
            <p:ph type="dt" sz="half" idx="10"/>
          </p:nvPr>
        </p:nvSpPr>
        <p:spPr/>
        <p:txBody>
          <a:bodyPr/>
          <a:lstStyle/>
          <a:p>
            <a:fld id="{28E8D346-A915-4882-A510-80C55F2B0290}" type="datetimeFigureOut">
              <a:rPr lang="en-GB" smtClean="0"/>
              <a:t>04/10/2026</a:t>
            </a:fld>
            <a:endParaRPr lang="en-GB"/>
          </a:p>
        </p:txBody>
      </p:sp>
      <p:sp>
        <p:nvSpPr>
          <p:cNvPr id="3" name="Footer Placeholder 2">
            <a:extLst>
              <a:ext uri="{FF2B5EF4-FFF2-40B4-BE49-F238E27FC236}">
                <a16:creationId xmlns:a16="http://schemas.microsoft.com/office/drawing/2014/main" id="{CA2478E4-6752-116B-5D97-8F367EAA735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9BD55ED-4483-8F05-E5C2-D2DE6EA425E6}"/>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6" name="Picture 5">
            <a:extLst>
              <a:ext uri="{FF2B5EF4-FFF2-40B4-BE49-F238E27FC236}">
                <a16:creationId xmlns:a16="http://schemas.microsoft.com/office/drawing/2014/main" id="{17214950-9F4F-61CB-028E-624818BE881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483636" y="816636"/>
            <a:ext cx="5224725" cy="5224725"/>
          </a:xfrm>
          <a:prstGeom prst="rect">
            <a:avLst/>
          </a:prstGeom>
        </p:spPr>
      </p:pic>
      <p:sp>
        <p:nvSpPr>
          <p:cNvPr id="8" name="Oval 7">
            <a:extLst>
              <a:ext uri="{FF2B5EF4-FFF2-40B4-BE49-F238E27FC236}">
                <a16:creationId xmlns:a16="http://schemas.microsoft.com/office/drawing/2014/main" id="{9CF1ACE1-D73B-D8C2-A924-FC1C935A2DAE}"/>
              </a:ext>
            </a:extLst>
          </p:cNvPr>
          <p:cNvSpPr/>
          <p:nvPr userDrawn="1"/>
        </p:nvSpPr>
        <p:spPr>
          <a:xfrm>
            <a:off x="3483636" y="816637"/>
            <a:ext cx="5224725" cy="5224725"/>
          </a:xfrm>
          <a:prstGeom prst="ellipse">
            <a:avLst/>
          </a:prstGeom>
          <a:noFill/>
          <a:ln w="38100">
            <a:solidFill>
              <a:srgbClr val="01CC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73178548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E79A1B-8910-5BC1-CF92-B38FE72CB27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8646328-37A7-2676-1096-E57A9505D4F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9AF5011-76B3-0174-3A68-9C86EC07D8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27316D-C409-4712-90E5-1C58F0743890}" type="datetimeFigureOut">
              <a:rPr lang="en-GB" smtClean="0"/>
              <a:t>04/10/2026</a:t>
            </a:fld>
            <a:endParaRPr lang="en-GB"/>
          </a:p>
        </p:txBody>
      </p:sp>
      <p:sp>
        <p:nvSpPr>
          <p:cNvPr id="5" name="Footer Placeholder 4">
            <a:extLst>
              <a:ext uri="{FF2B5EF4-FFF2-40B4-BE49-F238E27FC236}">
                <a16:creationId xmlns:a16="http://schemas.microsoft.com/office/drawing/2014/main" id="{33A66A41-F04C-56FA-AB94-EC92BB1FF8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6D5F6920-6913-6447-389F-BACD3E6EE7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4D00A0-B5A4-4974-B922-5D8D8E00DFDF}" type="slidenum">
              <a:rPr lang="en-GB" smtClean="0"/>
              <a:t>‹#›</a:t>
            </a:fld>
            <a:endParaRPr lang="en-GB"/>
          </a:p>
        </p:txBody>
      </p:sp>
    </p:spTree>
    <p:extLst>
      <p:ext uri="{BB962C8B-B14F-4D97-AF65-F5344CB8AC3E}">
        <p14:creationId xmlns:p14="http://schemas.microsoft.com/office/powerpoint/2010/main" val="2100808401"/>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66" r:id="rId3"/>
    <p:sldLayoutId id="2147483670" r:id="rId4"/>
    <p:sldLayoutId id="2147483676" r:id="rId5"/>
    <p:sldLayoutId id="2147483667" r:id="rId6"/>
    <p:sldLayoutId id="2147483671" r:id="rId7"/>
    <p:sldLayoutId id="2147483660" r:id="rId8"/>
    <p:sldLayoutId id="2147483665" r:id="rId9"/>
    <p:sldLayoutId id="2147483672" r:id="rId10"/>
    <p:sldLayoutId id="2147483673" r:id="rId11"/>
    <p:sldLayoutId id="2147483664" r:id="rId12"/>
    <p:sldLayoutId id="2147483661" r:id="rId13"/>
    <p:sldLayoutId id="2147483662" r:id="rId14"/>
    <p:sldLayoutId id="2147483674" r:id="rId15"/>
    <p:sldLayoutId id="2147483675" r:id="rId16"/>
    <p:sldLayoutId id="2147483663" r:id="rId17"/>
    <p:sldLayoutId id="2147483691" r:id="rId18"/>
    <p:sldLayoutId id="2147483677" r:id="rId19"/>
    <p:sldLayoutId id="2147483679" r:id="rId20"/>
    <p:sldLayoutId id="2147483678" r:id="rId21"/>
    <p:sldLayoutId id="2147483680" r:id="rId22"/>
    <p:sldLayoutId id="2147483681" r:id="rId23"/>
    <p:sldLayoutId id="2147483692" r:id="rId24"/>
    <p:sldLayoutId id="2147483682" r:id="rId25"/>
    <p:sldLayoutId id="2147483683" r:id="rId26"/>
    <p:sldLayoutId id="2147483693" r:id="rId27"/>
    <p:sldLayoutId id="2147483685" r:id="rId28"/>
    <p:sldLayoutId id="2147483684" r:id="rId29"/>
    <p:sldLayoutId id="2147483687" r:id="rId30"/>
    <p:sldLayoutId id="2147483686" r:id="rId31"/>
    <p:sldLayoutId id="2147483688" r:id="rId32"/>
    <p:sldLayoutId id="2147483695" r:id="rId33"/>
    <p:sldLayoutId id="2147483689" r:id="rId34"/>
    <p:sldLayoutId id="2147483690" r:id="rId35"/>
    <p:sldLayoutId id="2147483696" r:id="rId36"/>
    <p:sldLayoutId id="2147483698" r:id="rId37"/>
    <p:sldLayoutId id="2147483697" r:id="rId38"/>
    <p:sldLayoutId id="2147483699" r:id="rId3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10.png"/><Relationship Id="rId1" Type="http://schemas.openxmlformats.org/officeDocument/2006/relationships/slideLayout" Target="../slideLayouts/slideLayout22.xml"/><Relationship Id="rId5" Type="http://schemas.openxmlformats.org/officeDocument/2006/relationships/image" Target="../media/image11.png"/><Relationship Id="rId4" Type="http://schemas.openxmlformats.org/officeDocument/2006/relationships/image" Target="../media/image100.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docs.arduino.cc/learn/microcontrollers/analog-output" TargetMode="External"/><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2.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2.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2.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4.png"/><Relationship Id="rId1" Type="http://schemas.openxmlformats.org/officeDocument/2006/relationships/slideLayout" Target="../slideLayouts/slideLayout22.xml"/><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7.png"/><Relationship Id="rId1" Type="http://schemas.openxmlformats.org/officeDocument/2006/relationships/slideLayout" Target="../slideLayouts/slideLayout22.xml"/><Relationship Id="rId6" Type="http://schemas.openxmlformats.org/officeDocument/2006/relationships/image" Target="../media/image28.png"/><Relationship Id="rId5" Type="http://schemas.openxmlformats.org/officeDocument/2006/relationships/image" Target="../media/image80.png"/><Relationship Id="rId4" Type="http://schemas.openxmlformats.org/officeDocument/2006/relationships/image" Target="../media/image70.png"/></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0.png"/><Relationship Id="rId1" Type="http://schemas.openxmlformats.org/officeDocument/2006/relationships/slideLayout" Target="../slideLayouts/slideLayout22.xml"/></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2.png"/><Relationship Id="rId1"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2.xml"/></Relationships>
</file>

<file path=ppt/slides/_rels/slide2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2.xml"/></Relationships>
</file>

<file path=ppt/slides/_rels/slide2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hyperlink" Target="https://ww1.microchip.com/downloads/en/Appnotes/Atmel-2558-Discrete-PID-Controller-on-tinyAVR-and-megaAVR_ApplicationNote_AVR221.pdf" TargetMode="External"/><Relationship Id="rId1" Type="http://schemas.openxmlformats.org/officeDocument/2006/relationships/slideLayout" Target="../slideLayouts/slideLayout22.xml"/></Relationships>
</file>

<file path=ppt/slides/_rels/slide2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2.xml"/></Relationships>
</file>

<file path=ppt/slides/_rels/slide2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2.xml"/></Relationships>
</file>

<file path=ppt/slides/_rels/slide27.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39.sv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C30D2-B3C2-3C53-9954-F873B43755C1}"/>
              </a:ext>
            </a:extLst>
          </p:cNvPr>
          <p:cNvSpPr>
            <a:spLocks noGrp="1"/>
          </p:cNvSpPr>
          <p:nvPr>
            <p:ph type="ctrTitle"/>
          </p:nvPr>
        </p:nvSpPr>
        <p:spPr/>
        <p:txBody>
          <a:bodyPr/>
          <a:lstStyle/>
          <a:p>
            <a:r>
              <a:rPr lang="en-GB" dirty="0"/>
              <a:t>DC Motor Control</a:t>
            </a:r>
          </a:p>
        </p:txBody>
      </p:sp>
      <p:sp>
        <p:nvSpPr>
          <p:cNvPr id="3" name="Subtitle 2">
            <a:extLst>
              <a:ext uri="{FF2B5EF4-FFF2-40B4-BE49-F238E27FC236}">
                <a16:creationId xmlns:a16="http://schemas.microsoft.com/office/drawing/2014/main" id="{BC468B53-C395-9651-A03A-2240F23DA56F}"/>
              </a:ext>
            </a:extLst>
          </p:cNvPr>
          <p:cNvSpPr>
            <a:spLocks noGrp="1"/>
          </p:cNvSpPr>
          <p:nvPr>
            <p:ph type="subTitle" idx="1"/>
          </p:nvPr>
        </p:nvSpPr>
        <p:spPr/>
        <p:txBody>
          <a:bodyPr/>
          <a:lstStyle/>
          <a:p>
            <a:r>
              <a:rPr lang="en-GB" dirty="0"/>
              <a:t>Introduction</a:t>
            </a:r>
          </a:p>
        </p:txBody>
      </p:sp>
    </p:spTree>
    <p:extLst>
      <p:ext uri="{BB962C8B-B14F-4D97-AF65-F5344CB8AC3E}">
        <p14:creationId xmlns:p14="http://schemas.microsoft.com/office/powerpoint/2010/main" val="27433344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CF92346-DBE4-9AE1-5886-9D1B27F2E691}"/>
              </a:ext>
            </a:extLst>
          </p:cNvPr>
          <p:cNvSpPr>
            <a:spLocks noGrp="1"/>
          </p:cNvSpPr>
          <p:nvPr>
            <p:ph sz="half" idx="1"/>
          </p:nvPr>
        </p:nvSpPr>
        <p:spPr>
          <a:xfrm>
            <a:off x="446315" y="1825625"/>
            <a:ext cx="5181600" cy="4351338"/>
          </a:xfrm>
        </p:spPr>
        <p:txBody>
          <a:bodyPr>
            <a:normAutofit/>
          </a:bodyPr>
          <a:lstStyle/>
          <a:p>
            <a:pPr>
              <a:lnSpc>
                <a:spcPct val="150000"/>
              </a:lnSpc>
            </a:pPr>
            <a:r>
              <a:rPr lang="en-US" sz="1400" dirty="0"/>
              <a:t>Robotics systems, are intended to perform complicated tasks in different environments. Such tasks, can be performed autonomously, semi-autonomously or remote controlled.</a:t>
            </a:r>
          </a:p>
          <a:p>
            <a:pPr>
              <a:lnSpc>
                <a:spcPct val="150000"/>
              </a:lnSpc>
            </a:pPr>
            <a:r>
              <a:rPr lang="en-US" sz="1400" dirty="0"/>
              <a:t>The control of such systems can become very complex depending on the task to perform. </a:t>
            </a:r>
          </a:p>
          <a:p>
            <a:pPr>
              <a:lnSpc>
                <a:spcPct val="150000"/>
              </a:lnSpc>
            </a:pPr>
            <a:r>
              <a:rPr lang="en-US" sz="1400" dirty="0"/>
              <a:t>The HCS divides the control into layers, dividing each complex task into subtasks (goals) to be achieved by a dedicated layer.</a:t>
            </a:r>
          </a:p>
          <a:p>
            <a:pPr>
              <a:lnSpc>
                <a:spcPct val="150000"/>
              </a:lnSpc>
            </a:pPr>
            <a:r>
              <a:rPr lang="en-US" sz="1400" dirty="0"/>
              <a:t>This course is dedicated to the Low-Level control layer using ROS.</a:t>
            </a:r>
          </a:p>
        </p:txBody>
      </p:sp>
      <p:sp>
        <p:nvSpPr>
          <p:cNvPr id="4" name="Title 3">
            <a:extLst>
              <a:ext uri="{FF2B5EF4-FFF2-40B4-BE49-F238E27FC236}">
                <a16:creationId xmlns:a16="http://schemas.microsoft.com/office/drawing/2014/main" id="{2435B524-2330-46D5-98A2-5CD1FE2B3BD8}"/>
              </a:ext>
            </a:extLst>
          </p:cNvPr>
          <p:cNvSpPr>
            <a:spLocks noGrp="1"/>
          </p:cNvSpPr>
          <p:nvPr>
            <p:ph type="title"/>
          </p:nvPr>
        </p:nvSpPr>
        <p:spPr/>
        <p:txBody>
          <a:bodyPr/>
          <a:lstStyle/>
          <a:p>
            <a:r>
              <a:rPr lang="en-US" dirty="0"/>
              <a:t>Control Hierarchy</a:t>
            </a:r>
            <a:endParaRPr lang="en-GB" dirty="0"/>
          </a:p>
        </p:txBody>
      </p:sp>
      <p:pic>
        <p:nvPicPr>
          <p:cNvPr id="8" name="Content Placeholder 7">
            <a:extLst>
              <a:ext uri="{FF2B5EF4-FFF2-40B4-BE49-F238E27FC236}">
                <a16:creationId xmlns:a16="http://schemas.microsoft.com/office/drawing/2014/main" id="{1F97ABF7-47D9-5FF7-9BF5-5406F9A419AE}"/>
              </a:ext>
            </a:extLst>
          </p:cNvPr>
          <p:cNvPicPr>
            <a:picLocks noGrp="1" noChangeAspect="1"/>
          </p:cNvPicPr>
          <p:nvPr>
            <p:ph sz="half" idx="2"/>
          </p:nvPr>
        </p:nvPicPr>
        <p:blipFill>
          <a:blip r:embed="rId2"/>
          <a:stretch>
            <a:fillRect/>
          </a:stretch>
        </p:blipFill>
        <p:spPr>
          <a:xfrm>
            <a:off x="5566849" y="1558428"/>
            <a:ext cx="7306691" cy="4885732"/>
          </a:xfrm>
          <a:prstGeom prst="rect">
            <a:avLst/>
          </a:prstGeom>
        </p:spPr>
      </p:pic>
    </p:spTree>
    <p:extLst>
      <p:ext uri="{BB962C8B-B14F-4D97-AF65-F5344CB8AC3E}">
        <p14:creationId xmlns:p14="http://schemas.microsoft.com/office/powerpoint/2010/main" val="8925798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3E2E6-F132-7E4D-A59D-A0DAE521B8EC}"/>
              </a:ext>
            </a:extLst>
          </p:cNvPr>
          <p:cNvSpPr>
            <a:spLocks noGrp="1"/>
          </p:cNvSpPr>
          <p:nvPr>
            <p:ph type="title"/>
          </p:nvPr>
        </p:nvSpPr>
        <p:spPr/>
        <p:txBody>
          <a:bodyPr/>
          <a:lstStyle/>
          <a:p>
            <a:r>
              <a:rPr lang="en-US" dirty="0"/>
              <a:t>ROS Control Hierarchy </a:t>
            </a:r>
            <a:endParaRPr lang="en-GB" dirty="0"/>
          </a:p>
        </p:txBody>
      </p:sp>
      <p:pic>
        <p:nvPicPr>
          <p:cNvPr id="6" name="Content Placeholder 5">
            <a:extLst>
              <a:ext uri="{FF2B5EF4-FFF2-40B4-BE49-F238E27FC236}">
                <a16:creationId xmlns:a16="http://schemas.microsoft.com/office/drawing/2014/main" id="{51A466C7-D658-63F0-596E-0E5801EA281F}"/>
              </a:ext>
            </a:extLst>
          </p:cNvPr>
          <p:cNvPicPr>
            <a:picLocks noGrp="1" noChangeAspect="1"/>
          </p:cNvPicPr>
          <p:nvPr>
            <p:ph idx="1"/>
          </p:nvPr>
        </p:nvPicPr>
        <p:blipFill>
          <a:blip r:embed="rId2"/>
          <a:stretch>
            <a:fillRect/>
          </a:stretch>
        </p:blipFill>
        <p:spPr>
          <a:xfrm>
            <a:off x="2400049" y="1825625"/>
            <a:ext cx="7391902" cy="4351338"/>
          </a:xfrm>
          <a:prstGeom prst="rect">
            <a:avLst/>
          </a:prstGeom>
        </p:spPr>
      </p:pic>
    </p:spTree>
    <p:extLst>
      <p:ext uri="{BB962C8B-B14F-4D97-AF65-F5344CB8AC3E}">
        <p14:creationId xmlns:p14="http://schemas.microsoft.com/office/powerpoint/2010/main" val="2910108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3E2E6-F132-7E4D-A59D-A0DAE521B8EC}"/>
              </a:ext>
            </a:extLst>
          </p:cNvPr>
          <p:cNvSpPr>
            <a:spLocks noGrp="1"/>
          </p:cNvSpPr>
          <p:nvPr>
            <p:ph type="title"/>
          </p:nvPr>
        </p:nvSpPr>
        <p:spPr/>
        <p:txBody>
          <a:bodyPr/>
          <a:lstStyle/>
          <a:p>
            <a:r>
              <a:rPr lang="en-US" dirty="0"/>
              <a:t>ROS Control Hierarchy </a:t>
            </a:r>
            <a:endParaRPr lang="en-GB" dirty="0"/>
          </a:p>
        </p:txBody>
      </p:sp>
      <p:pic>
        <p:nvPicPr>
          <p:cNvPr id="10" name="Content Placeholder 9">
            <a:extLst>
              <a:ext uri="{FF2B5EF4-FFF2-40B4-BE49-F238E27FC236}">
                <a16:creationId xmlns:a16="http://schemas.microsoft.com/office/drawing/2014/main" id="{14349B82-D2C3-614D-62F7-788A03F1DBB6}"/>
              </a:ext>
            </a:extLst>
          </p:cNvPr>
          <p:cNvPicPr>
            <a:picLocks noGrp="1" noChangeAspect="1"/>
          </p:cNvPicPr>
          <p:nvPr>
            <p:ph idx="1"/>
          </p:nvPr>
        </p:nvPicPr>
        <p:blipFill>
          <a:blip r:embed="rId2"/>
          <a:stretch>
            <a:fillRect/>
          </a:stretch>
        </p:blipFill>
        <p:spPr>
          <a:xfrm>
            <a:off x="1193349" y="1825625"/>
            <a:ext cx="9805302" cy="4351338"/>
          </a:xfrm>
          <a:prstGeom prst="rect">
            <a:avLst/>
          </a:prstGeom>
        </p:spPr>
      </p:pic>
    </p:spTree>
    <p:extLst>
      <p:ext uri="{BB962C8B-B14F-4D97-AF65-F5344CB8AC3E}">
        <p14:creationId xmlns:p14="http://schemas.microsoft.com/office/powerpoint/2010/main" val="504566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1656F6F-276A-54DD-AE95-0163D77292E6}"/>
              </a:ext>
            </a:extLst>
          </p:cNvPr>
          <p:cNvSpPr>
            <a:spLocks noGrp="1"/>
          </p:cNvSpPr>
          <p:nvPr>
            <p:ph sz="half" idx="1"/>
          </p:nvPr>
        </p:nvSpPr>
        <p:spPr>
          <a:xfrm>
            <a:off x="838200" y="1825625"/>
            <a:ext cx="5181600" cy="4796676"/>
          </a:xfrm>
        </p:spPr>
        <p:txBody>
          <a:bodyPr>
            <a:normAutofit lnSpcReduction="10000"/>
          </a:bodyPr>
          <a:lstStyle/>
          <a:p>
            <a:pPr>
              <a:lnSpc>
                <a:spcPct val="150000"/>
              </a:lnSpc>
            </a:pPr>
            <a:r>
              <a:rPr lang="en-US" sz="1400" dirty="0"/>
              <a:t>Mobile robots, require different sensors and actuators to read information from the environment, and to interact with it.</a:t>
            </a:r>
          </a:p>
          <a:p>
            <a:pPr>
              <a:lnSpc>
                <a:spcPct val="150000"/>
              </a:lnSpc>
            </a:pPr>
            <a:r>
              <a:rPr lang="en-US" sz="1400" dirty="0"/>
              <a:t>One of the most common actuators found in most robotic systems are DC motors. </a:t>
            </a:r>
          </a:p>
          <a:p>
            <a:pPr>
              <a:lnSpc>
                <a:spcPct val="150000"/>
              </a:lnSpc>
            </a:pPr>
            <a:r>
              <a:rPr lang="en-US" sz="1400" dirty="0"/>
              <a:t>DC Motors are found in different robotics applications from wheeled mobile robots, to robotic manipulators and unmanned aerial vehicles.</a:t>
            </a:r>
          </a:p>
          <a:p>
            <a:pPr>
              <a:lnSpc>
                <a:spcPct val="150000"/>
              </a:lnSpc>
            </a:pPr>
            <a:r>
              <a:rPr lang="en-US" sz="1400" dirty="0"/>
              <a:t>One example of a wheeled mobile robot is the Puzzlebot, which uses two DC motors one for each wheel.</a:t>
            </a:r>
          </a:p>
          <a:p>
            <a:pPr>
              <a:lnSpc>
                <a:spcPct val="150000"/>
              </a:lnSpc>
            </a:pPr>
            <a:r>
              <a:rPr lang="en-US" sz="1400" dirty="0"/>
              <a:t>DC motors, are a widely studied in different fields of science from electromechanical systems to control engineering.</a:t>
            </a:r>
          </a:p>
          <a:p>
            <a:pPr>
              <a:lnSpc>
                <a:spcPct val="150000"/>
              </a:lnSpc>
            </a:pPr>
            <a:endParaRPr lang="en-US" sz="1400" dirty="0"/>
          </a:p>
        </p:txBody>
      </p:sp>
      <p:pic>
        <p:nvPicPr>
          <p:cNvPr id="5" name="Content Placeholder 4">
            <a:extLst>
              <a:ext uri="{FF2B5EF4-FFF2-40B4-BE49-F238E27FC236}">
                <a16:creationId xmlns:a16="http://schemas.microsoft.com/office/drawing/2014/main" id="{85B6B661-7DF0-AD6D-35CC-0C5DE6E4A7FE}"/>
              </a:ext>
            </a:extLst>
          </p:cNvPr>
          <p:cNvPicPr>
            <a:picLocks noGrp="1" noChangeAspect="1"/>
          </p:cNvPicPr>
          <p:nvPr>
            <p:ph sz="half" idx="2"/>
          </p:nvPr>
        </p:nvPicPr>
        <p:blipFill>
          <a:blip r:embed="rId2"/>
          <a:stretch>
            <a:fillRect/>
          </a:stretch>
        </p:blipFill>
        <p:spPr>
          <a:xfrm>
            <a:off x="6172200" y="2273198"/>
            <a:ext cx="5181600" cy="3456192"/>
          </a:xfrm>
          <a:prstGeom prst="rect">
            <a:avLst/>
          </a:prstGeom>
        </p:spPr>
      </p:pic>
      <p:sp>
        <p:nvSpPr>
          <p:cNvPr id="4" name="Title 3">
            <a:extLst>
              <a:ext uri="{FF2B5EF4-FFF2-40B4-BE49-F238E27FC236}">
                <a16:creationId xmlns:a16="http://schemas.microsoft.com/office/drawing/2014/main" id="{F5E394B0-6C45-0E1E-3DC2-50FD9131B68F}"/>
              </a:ext>
            </a:extLst>
          </p:cNvPr>
          <p:cNvSpPr>
            <a:spLocks noGrp="1"/>
          </p:cNvSpPr>
          <p:nvPr>
            <p:ph type="title"/>
          </p:nvPr>
        </p:nvSpPr>
        <p:spPr/>
        <p:txBody>
          <a:bodyPr/>
          <a:lstStyle/>
          <a:p>
            <a:r>
              <a:rPr lang="en-US" dirty="0"/>
              <a:t>Mobile robots</a:t>
            </a:r>
            <a:endParaRPr lang="en-GB" dirty="0"/>
          </a:p>
        </p:txBody>
      </p:sp>
      <p:sp>
        <p:nvSpPr>
          <p:cNvPr id="6" name="TextBox 5">
            <a:extLst>
              <a:ext uri="{FF2B5EF4-FFF2-40B4-BE49-F238E27FC236}">
                <a16:creationId xmlns:a16="http://schemas.microsoft.com/office/drawing/2014/main" id="{551784AD-B9A4-6796-E9BE-986C0A19DBBA}"/>
              </a:ext>
            </a:extLst>
          </p:cNvPr>
          <p:cNvSpPr txBox="1"/>
          <p:nvPr/>
        </p:nvSpPr>
        <p:spPr>
          <a:xfrm>
            <a:off x="7278786" y="5780977"/>
            <a:ext cx="2968427" cy="584775"/>
          </a:xfrm>
          <a:prstGeom prst="rect">
            <a:avLst/>
          </a:prstGeom>
          <a:noFill/>
        </p:spPr>
        <p:txBody>
          <a:bodyPr wrap="square" rtlCol="0">
            <a:spAutoFit/>
          </a:bodyPr>
          <a:lstStyle/>
          <a:p>
            <a:pPr algn="ctr"/>
            <a:r>
              <a:rPr lang="en-US" sz="1600" dirty="0">
                <a:latin typeface="Nexa-Light" panose="01000000000000000000" pitchFamily="2" charset="0"/>
              </a:rPr>
              <a:t>Puzzlebot by Manchester Robotics.</a:t>
            </a:r>
            <a:endParaRPr lang="en-GB" sz="1600" dirty="0">
              <a:latin typeface="Nexa-Light" panose="01000000000000000000" pitchFamily="2" charset="0"/>
            </a:endParaRPr>
          </a:p>
        </p:txBody>
      </p:sp>
    </p:spTree>
    <p:extLst>
      <p:ext uri="{BB962C8B-B14F-4D97-AF65-F5344CB8AC3E}">
        <p14:creationId xmlns:p14="http://schemas.microsoft.com/office/powerpoint/2010/main" val="6490565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C0FE1-9DA0-F7C4-EA6A-06F85A225C8E}"/>
              </a:ext>
            </a:extLst>
          </p:cNvPr>
          <p:cNvSpPr>
            <a:spLocks noGrp="1"/>
          </p:cNvSpPr>
          <p:nvPr>
            <p:ph type="title"/>
          </p:nvPr>
        </p:nvSpPr>
        <p:spPr/>
        <p:txBody>
          <a:bodyPr/>
          <a:lstStyle/>
          <a:p>
            <a:r>
              <a:rPr lang="en-US" dirty="0"/>
              <a:t>Puzzlebot sensors and actuators</a:t>
            </a:r>
            <a:endParaRPr lang="en-GB" dirty="0"/>
          </a:p>
        </p:txBody>
      </p:sp>
      <p:pic>
        <p:nvPicPr>
          <p:cNvPr id="4" name="Content Placeholder 3">
            <a:extLst>
              <a:ext uri="{FF2B5EF4-FFF2-40B4-BE49-F238E27FC236}">
                <a16:creationId xmlns:a16="http://schemas.microsoft.com/office/drawing/2014/main" id="{BF1F3B97-8BF5-2768-5157-F4B2C45C8B3B}"/>
              </a:ext>
            </a:extLst>
          </p:cNvPr>
          <p:cNvPicPr>
            <a:picLocks noGrp="1" noChangeAspect="1"/>
          </p:cNvPicPr>
          <p:nvPr>
            <p:ph idx="1"/>
          </p:nvPr>
        </p:nvPicPr>
        <p:blipFill>
          <a:blip r:embed="rId2"/>
          <a:stretch>
            <a:fillRect/>
          </a:stretch>
        </p:blipFill>
        <p:spPr>
          <a:xfrm>
            <a:off x="659646" y="1592763"/>
            <a:ext cx="9628650" cy="4950023"/>
          </a:xfrm>
          <a:prstGeom prst="rect">
            <a:avLst/>
          </a:prstGeom>
        </p:spPr>
      </p:pic>
    </p:spTree>
    <p:extLst>
      <p:ext uri="{BB962C8B-B14F-4D97-AF65-F5344CB8AC3E}">
        <p14:creationId xmlns:p14="http://schemas.microsoft.com/office/powerpoint/2010/main" val="31341425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470DCA7-363D-34D4-54D6-AB8D26C5E129}"/>
              </a:ext>
            </a:extLst>
          </p:cNvPr>
          <p:cNvSpPr>
            <a:spLocks noGrp="1"/>
          </p:cNvSpPr>
          <p:nvPr>
            <p:ph sz="half" idx="1"/>
          </p:nvPr>
        </p:nvSpPr>
        <p:spPr>
          <a:xfrm>
            <a:off x="838200" y="1825625"/>
            <a:ext cx="4949214" cy="4911636"/>
          </a:xfrm>
        </p:spPr>
        <p:txBody>
          <a:bodyPr>
            <a:normAutofit fontScale="32500" lnSpcReduction="20000"/>
          </a:bodyPr>
          <a:lstStyle/>
          <a:p>
            <a:pPr marL="0" indent="0">
              <a:lnSpc>
                <a:spcPct val="120000"/>
              </a:lnSpc>
              <a:buNone/>
            </a:pPr>
            <a:r>
              <a:rPr lang="en-US" sz="6200" dirty="0">
                <a:latin typeface="Nexa-Bold" panose="01000000000000000000" pitchFamily="2" charset="0"/>
              </a:rPr>
              <a:t>Introduction</a:t>
            </a:r>
            <a:endParaRPr lang="en-US" sz="4300" dirty="0">
              <a:latin typeface="Nexa-Bold" panose="01000000000000000000" pitchFamily="2" charset="0"/>
            </a:endParaRPr>
          </a:p>
          <a:p>
            <a:pPr>
              <a:lnSpc>
                <a:spcPct val="170000"/>
              </a:lnSpc>
            </a:pPr>
            <a:r>
              <a:rPr lang="en-US" sz="4400" dirty="0"/>
              <a:t>A direct current (DC) motor is a type of electric machine that converts electrical energy into mechanical energy. </a:t>
            </a:r>
          </a:p>
          <a:p>
            <a:pPr>
              <a:lnSpc>
                <a:spcPct val="170000"/>
              </a:lnSpc>
            </a:pPr>
            <a:r>
              <a:rPr lang="en-US" sz="4400" dirty="0"/>
              <a:t>DC motors take electrical power through direct current and convert this energy into mechanical rotation. </a:t>
            </a:r>
          </a:p>
          <a:p>
            <a:pPr>
              <a:lnSpc>
                <a:spcPct val="170000"/>
              </a:lnSpc>
            </a:pPr>
            <a:r>
              <a:rPr lang="en-US" sz="4400" dirty="0"/>
              <a:t>This is done by using generated magnetic fields from the electrical currents, powering the movement of a rotor fixed within the output shaft. </a:t>
            </a:r>
          </a:p>
          <a:p>
            <a:pPr>
              <a:lnSpc>
                <a:spcPct val="170000"/>
              </a:lnSpc>
            </a:pPr>
            <a:r>
              <a:rPr lang="en-US" sz="4400" dirty="0"/>
              <a:t>The output torque and speed depends upon both the electrical input and the design of the motor.</a:t>
            </a:r>
          </a:p>
          <a:p>
            <a:endParaRPr lang="en-GB" dirty="0"/>
          </a:p>
        </p:txBody>
      </p:sp>
      <p:pic>
        <p:nvPicPr>
          <p:cNvPr id="5" name="Content Placeholder 4">
            <a:extLst>
              <a:ext uri="{FF2B5EF4-FFF2-40B4-BE49-F238E27FC236}">
                <a16:creationId xmlns:a16="http://schemas.microsoft.com/office/drawing/2014/main" id="{7E4EDA75-FDAF-3D6C-F921-0610ED8A59B3}"/>
              </a:ext>
            </a:extLst>
          </p:cNvPr>
          <p:cNvPicPr>
            <a:picLocks noGrp="1" noChangeAspect="1"/>
          </p:cNvPicPr>
          <p:nvPr>
            <p:ph sz="half" idx="2"/>
          </p:nvPr>
        </p:nvPicPr>
        <p:blipFill>
          <a:blip r:embed="rId2"/>
          <a:stretch>
            <a:fillRect/>
          </a:stretch>
        </p:blipFill>
        <p:spPr>
          <a:xfrm>
            <a:off x="7547961" y="1666599"/>
            <a:ext cx="2828789" cy="2115495"/>
          </a:xfrm>
          <a:prstGeom prst="rect">
            <a:avLst/>
          </a:prstGeom>
        </p:spPr>
      </p:pic>
      <p:sp>
        <p:nvSpPr>
          <p:cNvPr id="4" name="Title 3">
            <a:extLst>
              <a:ext uri="{FF2B5EF4-FFF2-40B4-BE49-F238E27FC236}">
                <a16:creationId xmlns:a16="http://schemas.microsoft.com/office/drawing/2014/main" id="{7881A0B1-070E-6E4F-6AAF-52C19EB78610}"/>
              </a:ext>
            </a:extLst>
          </p:cNvPr>
          <p:cNvSpPr>
            <a:spLocks noGrp="1"/>
          </p:cNvSpPr>
          <p:nvPr>
            <p:ph type="title"/>
          </p:nvPr>
        </p:nvSpPr>
        <p:spPr/>
        <p:txBody>
          <a:bodyPr/>
          <a:lstStyle/>
          <a:p>
            <a:r>
              <a:rPr lang="en-US" sz="4400" dirty="0"/>
              <a:t>DC Motors</a:t>
            </a:r>
            <a:endParaRPr lang="en-GB" dirty="0"/>
          </a:p>
        </p:txBody>
      </p:sp>
      <p:sp>
        <p:nvSpPr>
          <p:cNvPr id="6" name="TextBox 5">
            <a:extLst>
              <a:ext uri="{FF2B5EF4-FFF2-40B4-BE49-F238E27FC236}">
                <a16:creationId xmlns:a16="http://schemas.microsoft.com/office/drawing/2014/main" id="{8F9FA41F-959F-876D-0E5C-4A337BD46158}"/>
              </a:ext>
            </a:extLst>
          </p:cNvPr>
          <p:cNvSpPr txBox="1"/>
          <p:nvPr/>
        </p:nvSpPr>
        <p:spPr>
          <a:xfrm>
            <a:off x="7478142" y="3707959"/>
            <a:ext cx="2968427" cy="584775"/>
          </a:xfrm>
          <a:prstGeom prst="rect">
            <a:avLst/>
          </a:prstGeom>
          <a:noFill/>
        </p:spPr>
        <p:txBody>
          <a:bodyPr wrap="square" rtlCol="0">
            <a:spAutoFit/>
          </a:bodyPr>
          <a:lstStyle/>
          <a:p>
            <a:pPr algn="ctr"/>
            <a:r>
              <a:rPr lang="en-US" sz="1600" dirty="0">
                <a:latin typeface="Nexa-Light" panose="01000000000000000000" pitchFamily="2" charset="0"/>
              </a:rPr>
              <a:t>DC Brushed Motor with Encoder.</a:t>
            </a:r>
            <a:endParaRPr lang="en-GB" sz="1600" dirty="0">
              <a:latin typeface="Nexa-Light" panose="01000000000000000000" pitchFamily="2" charset="0"/>
            </a:endParaRPr>
          </a:p>
        </p:txBody>
      </p:sp>
      <p:grpSp>
        <p:nvGrpSpPr>
          <p:cNvPr id="16" name="Group 15">
            <a:extLst>
              <a:ext uri="{FF2B5EF4-FFF2-40B4-BE49-F238E27FC236}">
                <a16:creationId xmlns:a16="http://schemas.microsoft.com/office/drawing/2014/main" id="{9395278A-878F-97B1-E614-9A8420FE1675}"/>
              </a:ext>
            </a:extLst>
          </p:cNvPr>
          <p:cNvGrpSpPr/>
          <p:nvPr/>
        </p:nvGrpSpPr>
        <p:grpSpPr>
          <a:xfrm>
            <a:off x="7162564" y="4492219"/>
            <a:ext cx="3599583" cy="1162173"/>
            <a:chOff x="7339267" y="5108841"/>
            <a:chExt cx="3599583" cy="1162173"/>
          </a:xfrm>
        </p:grpSpPr>
        <p:sp>
          <p:nvSpPr>
            <p:cNvPr id="8" name="Rectangle: Rounded Corners 7">
              <a:extLst>
                <a:ext uri="{FF2B5EF4-FFF2-40B4-BE49-F238E27FC236}">
                  <a16:creationId xmlns:a16="http://schemas.microsoft.com/office/drawing/2014/main" id="{4F40BF87-439D-9BB1-EBF2-5B1418A2E5C0}"/>
                </a:ext>
              </a:extLst>
            </p:cNvPr>
            <p:cNvSpPr/>
            <p:nvPr/>
          </p:nvSpPr>
          <p:spPr>
            <a:xfrm>
              <a:off x="8111613" y="5108841"/>
              <a:ext cx="2106070" cy="1162173"/>
            </a:xfrm>
            <a:prstGeom prst="roundRect">
              <a:avLst/>
            </a:prstGeom>
            <a:noFill/>
            <a:ln w="38100" cap="flat" cmpd="sng" algn="ctr">
              <a:solidFill>
                <a:srgbClr val="0DC0FF"/>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sz="1600" dirty="0">
                  <a:solidFill>
                    <a:schemeClr val="bg2">
                      <a:lumMod val="50000"/>
                    </a:schemeClr>
                  </a:solidFill>
                  <a:latin typeface="Nexa-Light" panose="01000000000000000000" pitchFamily="2" charset="0"/>
                </a:rPr>
                <a:t>DC Motor</a:t>
              </a:r>
              <a:endParaRPr lang="en-GB" sz="1600" dirty="0">
                <a:solidFill>
                  <a:schemeClr val="bg2">
                    <a:lumMod val="50000"/>
                  </a:schemeClr>
                </a:solidFill>
                <a:latin typeface="Nexa-Light" panose="01000000000000000000" pitchFamily="2" charset="0"/>
              </a:endParaRPr>
            </a:p>
          </p:txBody>
        </p:sp>
        <p:cxnSp>
          <p:nvCxnSpPr>
            <p:cNvPr id="9" name="Straight Arrow Connector 8">
              <a:extLst>
                <a:ext uri="{FF2B5EF4-FFF2-40B4-BE49-F238E27FC236}">
                  <a16:creationId xmlns:a16="http://schemas.microsoft.com/office/drawing/2014/main" id="{0C6F5E6A-D344-3642-B5F8-8CA67E475C26}"/>
                </a:ext>
              </a:extLst>
            </p:cNvPr>
            <p:cNvCxnSpPr>
              <a:cxnSpLocks/>
              <a:endCxn id="8" idx="1"/>
            </p:cNvCxnSpPr>
            <p:nvPr/>
          </p:nvCxnSpPr>
          <p:spPr>
            <a:xfrm>
              <a:off x="7368294" y="5689928"/>
              <a:ext cx="743319" cy="0"/>
            </a:xfrm>
            <a:prstGeom prst="straightConnector1">
              <a:avLst/>
            </a:prstGeom>
            <a:ln w="57150" cap="flat" cmpd="sng" algn="ctr">
              <a:solidFill>
                <a:schemeClr val="bg2">
                  <a:lumMod val="5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492FC80-84A5-D9E0-206E-993BC8FFA449}"/>
                    </a:ext>
                  </a:extLst>
                </p:cNvPr>
                <p:cNvSpPr txBox="1"/>
                <p:nvPr/>
              </p:nvSpPr>
              <p:spPr>
                <a:xfrm>
                  <a:off x="7339267" y="5333826"/>
                  <a:ext cx="672527" cy="369332"/>
                </a:xfrm>
                <a:prstGeom prst="rect">
                  <a:avLst/>
                </a:prstGeom>
                <a:noFill/>
              </p:spPr>
              <p:txBody>
                <a:bodyPr wrap="square" rtlCol="0">
                  <a:spAutoFit/>
                </a:bodyPr>
                <a:lstStyle/>
                <a:p>
                  <a:pPr/>
                  <a14:m>
                    <m:oMathPara xmlns:m="http://schemas.openxmlformats.org/officeDocument/2006/math">
                      <m:oMath>
                        <m:r>
                          <a:rPr lang="en-US" b="0" i="1" smtClean="0">
                            <a:solidFill>
                              <a:schemeClr val="bg2">
                                <a:lumMod val="50000"/>
                              </a:schemeClr>
                            </a:solidFill>
                            <a:latin typeface="Cambria Math" panose="02040503050406030204" pitchFamily="18" charset="0"/>
                          </a:rPr>
                          <m:t>𝑉</m:t>
                        </m:r>
                      </m:oMath>
                    </m:oMathPara>
                  </a14:m>
                  <a:endParaRPr lang="en-GB" dirty="0">
                    <a:solidFill>
                      <a:schemeClr val="bg2">
                        <a:lumMod val="50000"/>
                      </a:schemeClr>
                    </a:solidFill>
                  </a:endParaRPr>
                </a:p>
              </p:txBody>
            </p:sp>
          </mc:Choice>
          <mc:Fallback xmlns="">
            <p:sp>
              <p:nvSpPr>
                <p:cNvPr id="11" name="TextBox 10">
                  <a:extLst>
                    <a:ext uri="{FF2B5EF4-FFF2-40B4-BE49-F238E27FC236}">
                      <a16:creationId xmlns:a16="http://schemas.microsoft.com/office/drawing/2014/main" id="{6492FC80-84A5-D9E0-206E-993BC8FFA449}"/>
                    </a:ext>
                  </a:extLst>
                </p:cNvPr>
                <p:cNvSpPr txBox="1">
                  <a:spLocks noRot="1" noChangeAspect="1" noMove="1" noResize="1" noEditPoints="1" noAdjustHandles="1" noChangeArrowheads="1" noChangeShapeType="1" noTextEdit="1"/>
                </p:cNvSpPr>
                <p:nvPr/>
              </p:nvSpPr>
              <p:spPr>
                <a:xfrm>
                  <a:off x="7339267" y="5333826"/>
                  <a:ext cx="672527" cy="369332"/>
                </a:xfrm>
                <a:prstGeom prst="rect">
                  <a:avLst/>
                </a:prstGeom>
                <a:blipFill>
                  <a:blip r:embed="rId3"/>
                  <a:stretch>
                    <a:fillRect/>
                  </a:stretch>
                </a:blipFill>
              </p:spPr>
              <p:txBody>
                <a:bodyPr/>
                <a:lstStyle/>
                <a:p>
                  <a:r>
                    <a:rPr lang="en-GB">
                      <a:noFill/>
                    </a:rPr>
                    <a:t> </a:t>
                  </a:r>
                </a:p>
              </p:txBody>
            </p:sp>
          </mc:Fallback>
        </mc:AlternateContent>
        <p:cxnSp>
          <p:nvCxnSpPr>
            <p:cNvPr id="10" name="Straight Arrow Connector 9">
              <a:extLst>
                <a:ext uri="{FF2B5EF4-FFF2-40B4-BE49-F238E27FC236}">
                  <a16:creationId xmlns:a16="http://schemas.microsoft.com/office/drawing/2014/main" id="{A7738CDE-B549-18FA-B959-DDBAFD86BC42}"/>
                </a:ext>
              </a:extLst>
            </p:cNvPr>
            <p:cNvCxnSpPr>
              <a:cxnSpLocks/>
            </p:cNvCxnSpPr>
            <p:nvPr/>
          </p:nvCxnSpPr>
          <p:spPr>
            <a:xfrm>
              <a:off x="10225028" y="5479781"/>
              <a:ext cx="713822" cy="0"/>
            </a:xfrm>
            <a:prstGeom prst="straightConnector1">
              <a:avLst/>
            </a:prstGeom>
            <a:ln w="57150" cap="flat" cmpd="sng" algn="ctr">
              <a:solidFill>
                <a:schemeClr val="bg2">
                  <a:lumMod val="5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B89AAA90-4EBB-901C-3CDC-83BD7D97A51E}"/>
                    </a:ext>
                  </a:extLst>
                </p:cNvPr>
                <p:cNvSpPr txBox="1"/>
                <p:nvPr/>
              </p:nvSpPr>
              <p:spPr>
                <a:xfrm>
                  <a:off x="10110838" y="5114758"/>
                  <a:ext cx="672527" cy="369332"/>
                </a:xfrm>
                <a:prstGeom prst="rect">
                  <a:avLst/>
                </a:prstGeom>
                <a:noFill/>
              </p:spPr>
              <p:txBody>
                <a:bodyPr wrap="square" rtlCol="0">
                  <a:spAutoFit/>
                </a:bodyPr>
                <a:lstStyle/>
                <a:p>
                  <a:pPr/>
                  <a14:m>
                    <m:oMathPara xmlns:m="http://schemas.openxmlformats.org/officeDocument/2006/math">
                      <m:oMath>
                        <m:r>
                          <a:rPr lang="en-US" i="1" smtClean="0">
                            <a:solidFill>
                              <a:schemeClr val="bg2">
                                <a:lumMod val="50000"/>
                              </a:schemeClr>
                            </a:solidFill>
                            <a:latin typeface="Cambria Math" panose="02040503050406030204" pitchFamily="18" charset="0"/>
                          </a:rPr>
                          <m:t>𝜔</m:t>
                        </m:r>
                      </m:oMath>
                    </m:oMathPara>
                  </a14:m>
                  <a:endParaRPr lang="en-GB" dirty="0">
                    <a:solidFill>
                      <a:schemeClr val="bg2">
                        <a:lumMod val="50000"/>
                      </a:schemeClr>
                    </a:solidFill>
                  </a:endParaRPr>
                </a:p>
              </p:txBody>
            </p:sp>
          </mc:Choice>
          <mc:Fallback xmlns="">
            <p:sp>
              <p:nvSpPr>
                <p:cNvPr id="12" name="TextBox 11">
                  <a:extLst>
                    <a:ext uri="{FF2B5EF4-FFF2-40B4-BE49-F238E27FC236}">
                      <a16:creationId xmlns:a16="http://schemas.microsoft.com/office/drawing/2014/main" id="{B89AAA90-4EBB-901C-3CDC-83BD7D97A51E}"/>
                    </a:ext>
                  </a:extLst>
                </p:cNvPr>
                <p:cNvSpPr txBox="1">
                  <a:spLocks noRot="1" noChangeAspect="1" noMove="1" noResize="1" noEditPoints="1" noAdjustHandles="1" noChangeArrowheads="1" noChangeShapeType="1" noTextEdit="1"/>
                </p:cNvSpPr>
                <p:nvPr/>
              </p:nvSpPr>
              <p:spPr>
                <a:xfrm>
                  <a:off x="10110838" y="5114758"/>
                  <a:ext cx="672527" cy="369332"/>
                </a:xfrm>
                <a:prstGeom prst="rect">
                  <a:avLst/>
                </a:prstGeom>
                <a:blipFill>
                  <a:blip r:embed="rId4"/>
                  <a:stretch>
                    <a:fillRect/>
                  </a:stretch>
                </a:blipFill>
              </p:spPr>
              <p:txBody>
                <a:bodyPr/>
                <a:lstStyle/>
                <a:p>
                  <a:r>
                    <a:rPr lang="en-GB">
                      <a:noFill/>
                    </a:rPr>
                    <a:t> </a:t>
                  </a:r>
                </a:p>
              </p:txBody>
            </p:sp>
          </mc:Fallback>
        </mc:AlternateContent>
        <p:cxnSp>
          <p:nvCxnSpPr>
            <p:cNvPr id="13" name="Straight Arrow Connector 12">
              <a:extLst>
                <a:ext uri="{FF2B5EF4-FFF2-40B4-BE49-F238E27FC236}">
                  <a16:creationId xmlns:a16="http://schemas.microsoft.com/office/drawing/2014/main" id="{A70914F9-9930-2DEA-0186-6D6E6E2B660A}"/>
                </a:ext>
              </a:extLst>
            </p:cNvPr>
            <p:cNvCxnSpPr>
              <a:cxnSpLocks/>
            </p:cNvCxnSpPr>
            <p:nvPr/>
          </p:nvCxnSpPr>
          <p:spPr>
            <a:xfrm>
              <a:off x="10225028" y="5904797"/>
              <a:ext cx="713822" cy="0"/>
            </a:xfrm>
            <a:prstGeom prst="straightConnector1">
              <a:avLst/>
            </a:prstGeom>
            <a:ln w="57150" cap="flat" cmpd="sng" algn="ctr">
              <a:solidFill>
                <a:schemeClr val="bg2">
                  <a:lumMod val="5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D41581B0-8EA8-5715-A4D8-0340E2E588FF}"/>
                    </a:ext>
                  </a:extLst>
                </p:cNvPr>
                <p:cNvSpPr txBox="1"/>
                <p:nvPr/>
              </p:nvSpPr>
              <p:spPr>
                <a:xfrm>
                  <a:off x="10110838" y="5544081"/>
                  <a:ext cx="672527" cy="369332"/>
                </a:xfrm>
                <a:prstGeom prst="rect">
                  <a:avLst/>
                </a:prstGeom>
                <a:noFill/>
              </p:spPr>
              <p:txBody>
                <a:bodyPr wrap="square" rtlCol="0">
                  <a:spAutoFit/>
                </a:bodyPr>
                <a:lstStyle/>
                <a:p>
                  <a:pPr/>
                  <a14:m>
                    <m:oMathPara xmlns:m="http://schemas.openxmlformats.org/officeDocument/2006/math">
                      <m:oMath>
                        <m:r>
                          <a:rPr lang="en-US" b="0" i="1" smtClean="0">
                            <a:solidFill>
                              <a:schemeClr val="bg2">
                                <a:lumMod val="50000"/>
                              </a:schemeClr>
                            </a:solidFill>
                            <a:latin typeface="Cambria Math" panose="02040503050406030204" pitchFamily="18" charset="0"/>
                          </a:rPr>
                          <m:t>𝜏</m:t>
                        </m:r>
                      </m:oMath>
                    </m:oMathPara>
                  </a14:m>
                  <a:endParaRPr lang="en-GB" dirty="0">
                    <a:solidFill>
                      <a:schemeClr val="bg2">
                        <a:lumMod val="50000"/>
                      </a:schemeClr>
                    </a:solidFill>
                  </a:endParaRPr>
                </a:p>
              </p:txBody>
            </p:sp>
          </mc:Choice>
          <mc:Fallback xmlns="">
            <p:sp>
              <p:nvSpPr>
                <p:cNvPr id="14" name="TextBox 13">
                  <a:extLst>
                    <a:ext uri="{FF2B5EF4-FFF2-40B4-BE49-F238E27FC236}">
                      <a16:creationId xmlns:a16="http://schemas.microsoft.com/office/drawing/2014/main" id="{D41581B0-8EA8-5715-A4D8-0340E2E588FF}"/>
                    </a:ext>
                  </a:extLst>
                </p:cNvPr>
                <p:cNvSpPr txBox="1">
                  <a:spLocks noRot="1" noChangeAspect="1" noMove="1" noResize="1" noEditPoints="1" noAdjustHandles="1" noChangeArrowheads="1" noChangeShapeType="1" noTextEdit="1"/>
                </p:cNvSpPr>
                <p:nvPr/>
              </p:nvSpPr>
              <p:spPr>
                <a:xfrm>
                  <a:off x="10110838" y="5544081"/>
                  <a:ext cx="672527" cy="369332"/>
                </a:xfrm>
                <a:prstGeom prst="rect">
                  <a:avLst/>
                </a:prstGeom>
                <a:blipFill>
                  <a:blip r:embed="rId5"/>
                  <a:stretch>
                    <a:fillRect/>
                  </a:stretch>
                </a:blipFill>
              </p:spPr>
              <p:txBody>
                <a:bodyPr/>
                <a:lstStyle/>
                <a:p>
                  <a:r>
                    <a:rPr lang="en-GB">
                      <a:noFill/>
                    </a:rPr>
                    <a:t> </a:t>
                  </a:r>
                </a:p>
              </p:txBody>
            </p:sp>
          </mc:Fallback>
        </mc:AlternateContent>
      </p:grpSp>
      <p:sp>
        <p:nvSpPr>
          <p:cNvPr id="18" name="TextBox 17">
            <a:extLst>
              <a:ext uri="{FF2B5EF4-FFF2-40B4-BE49-F238E27FC236}">
                <a16:creationId xmlns:a16="http://schemas.microsoft.com/office/drawing/2014/main" id="{7A7E0D92-05FA-4720-963F-5CD471525A87}"/>
              </a:ext>
            </a:extLst>
          </p:cNvPr>
          <p:cNvSpPr txBox="1"/>
          <p:nvPr/>
        </p:nvSpPr>
        <p:spPr>
          <a:xfrm>
            <a:off x="7873074" y="5731982"/>
            <a:ext cx="2178563" cy="646331"/>
          </a:xfrm>
          <a:prstGeom prst="rect">
            <a:avLst/>
          </a:prstGeom>
          <a:noFill/>
        </p:spPr>
        <p:txBody>
          <a:bodyPr wrap="square">
            <a:spAutoFit/>
          </a:bodyPr>
          <a:lstStyle/>
          <a:p>
            <a:pPr algn="ctr"/>
            <a:r>
              <a:rPr lang="en-US" sz="1800" dirty="0">
                <a:latin typeface="Nexa-Light" panose="01000000000000000000" pitchFamily="2" charset="0"/>
              </a:rPr>
              <a:t>DC Motor Model Representation.</a:t>
            </a:r>
            <a:endParaRPr lang="en-GB" dirty="0">
              <a:latin typeface="Nexa-Light" panose="01000000000000000000" pitchFamily="2" charset="0"/>
            </a:endParaRPr>
          </a:p>
        </p:txBody>
      </p:sp>
    </p:spTree>
    <p:extLst>
      <p:ext uri="{BB962C8B-B14F-4D97-AF65-F5344CB8AC3E}">
        <p14:creationId xmlns:p14="http://schemas.microsoft.com/office/powerpoint/2010/main" val="36974135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EF035FB-DDC0-E366-A7F2-CB476A2A254E}"/>
              </a:ext>
            </a:extLst>
          </p:cNvPr>
          <p:cNvSpPr>
            <a:spLocks noGrp="1"/>
          </p:cNvSpPr>
          <p:nvPr>
            <p:ph sz="half" idx="1"/>
          </p:nvPr>
        </p:nvSpPr>
        <p:spPr>
          <a:xfrm>
            <a:off x="275929" y="1876739"/>
            <a:ext cx="5181600" cy="4860521"/>
          </a:xfrm>
        </p:spPr>
        <p:txBody>
          <a:bodyPr>
            <a:normAutofit/>
          </a:bodyPr>
          <a:lstStyle/>
          <a:p>
            <a:pPr>
              <a:lnSpc>
                <a:spcPct val="150000"/>
              </a:lnSpc>
            </a:pPr>
            <a:r>
              <a:rPr lang="en-US" sz="1400" dirty="0"/>
              <a:t>In robotics, controllers are used to regulate the rotational speed, angular position or torque, required by the application. </a:t>
            </a:r>
          </a:p>
          <a:p>
            <a:pPr>
              <a:lnSpc>
                <a:spcPct val="150000"/>
              </a:lnSpc>
            </a:pPr>
            <a:r>
              <a:rPr lang="en-US" sz="1400" dirty="0"/>
              <a:t>In robotics this is called low level control.</a:t>
            </a:r>
          </a:p>
          <a:p>
            <a:pPr>
              <a:lnSpc>
                <a:spcPct val="150000"/>
              </a:lnSpc>
            </a:pPr>
            <a:r>
              <a:rPr lang="en-US" sz="1400" dirty="0"/>
              <a:t>For the case of a wheeled mobile robot is a common practice to implement a PID control to regulate the angular speed of the DC motors.</a:t>
            </a:r>
            <a:endParaRPr lang="en-GB" sz="1400" dirty="0"/>
          </a:p>
          <a:p>
            <a:pPr>
              <a:lnSpc>
                <a:spcPct val="150000"/>
              </a:lnSpc>
            </a:pPr>
            <a:r>
              <a:rPr lang="en-GB" sz="1400" dirty="0"/>
              <a:t>The regulation of the angular speed or position of a motor, requires different stages.</a:t>
            </a:r>
          </a:p>
          <a:p>
            <a:pPr lvl="1">
              <a:lnSpc>
                <a:spcPct val="150000"/>
              </a:lnSpc>
            </a:pPr>
            <a:r>
              <a:rPr lang="en-GB" sz="1400" dirty="0"/>
              <a:t>Controller Stage</a:t>
            </a:r>
          </a:p>
          <a:p>
            <a:pPr lvl="1">
              <a:lnSpc>
                <a:spcPct val="150000"/>
              </a:lnSpc>
            </a:pPr>
            <a:r>
              <a:rPr lang="en-GB" sz="1400" dirty="0"/>
              <a:t>Power Stage (Driver)</a:t>
            </a:r>
          </a:p>
          <a:p>
            <a:pPr lvl="1">
              <a:lnSpc>
                <a:spcPct val="150000"/>
              </a:lnSpc>
            </a:pPr>
            <a:r>
              <a:rPr lang="en-GB" sz="1400" dirty="0"/>
              <a:t>Plant</a:t>
            </a:r>
          </a:p>
          <a:p>
            <a:pPr lvl="1">
              <a:lnSpc>
                <a:spcPct val="150000"/>
              </a:lnSpc>
            </a:pPr>
            <a:r>
              <a:rPr lang="en-GB" sz="1400" dirty="0"/>
              <a:t>Sensor Stage</a:t>
            </a:r>
            <a:endParaRPr lang="en-US" sz="1400" dirty="0"/>
          </a:p>
        </p:txBody>
      </p:sp>
      <p:sp>
        <p:nvSpPr>
          <p:cNvPr id="4" name="Title 3">
            <a:extLst>
              <a:ext uri="{FF2B5EF4-FFF2-40B4-BE49-F238E27FC236}">
                <a16:creationId xmlns:a16="http://schemas.microsoft.com/office/drawing/2014/main" id="{2870301A-2316-BBF2-8128-0E2964D8FDAB}"/>
              </a:ext>
            </a:extLst>
          </p:cNvPr>
          <p:cNvSpPr>
            <a:spLocks noGrp="1"/>
          </p:cNvSpPr>
          <p:nvPr>
            <p:ph type="title"/>
          </p:nvPr>
        </p:nvSpPr>
        <p:spPr/>
        <p:txBody>
          <a:bodyPr/>
          <a:lstStyle/>
          <a:p>
            <a:r>
              <a:rPr lang="en-US" dirty="0"/>
              <a:t>DC Motors</a:t>
            </a:r>
            <a:endParaRPr lang="en-GB" dirty="0"/>
          </a:p>
        </p:txBody>
      </p:sp>
      <p:pic>
        <p:nvPicPr>
          <p:cNvPr id="27" name="Content Placeholder 26">
            <a:extLst>
              <a:ext uri="{FF2B5EF4-FFF2-40B4-BE49-F238E27FC236}">
                <a16:creationId xmlns:a16="http://schemas.microsoft.com/office/drawing/2014/main" id="{EAD1FE70-65B4-A14A-D4F5-99021182CE49}"/>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rcRect/>
          <a:stretch/>
        </p:blipFill>
        <p:spPr>
          <a:xfrm>
            <a:off x="5754624" y="4062314"/>
            <a:ext cx="5990759" cy="2795686"/>
          </a:xfrm>
          <a:prstGeom prst="rect">
            <a:avLst/>
          </a:prstGeom>
        </p:spPr>
      </p:pic>
      <p:pic>
        <p:nvPicPr>
          <p:cNvPr id="30" name="Picture 29">
            <a:extLst>
              <a:ext uri="{FF2B5EF4-FFF2-40B4-BE49-F238E27FC236}">
                <a16:creationId xmlns:a16="http://schemas.microsoft.com/office/drawing/2014/main" id="{BC87A1BC-F855-F8B0-E3B3-8A9CE41859B8}"/>
              </a:ext>
            </a:extLst>
          </p:cNvPr>
          <p:cNvPicPr>
            <a:picLocks noChangeAspect="1"/>
          </p:cNvPicPr>
          <p:nvPr/>
        </p:nvPicPr>
        <p:blipFill>
          <a:blip r:embed="rId3"/>
          <a:stretch>
            <a:fillRect/>
          </a:stretch>
        </p:blipFill>
        <p:spPr>
          <a:xfrm>
            <a:off x="5748348" y="1229775"/>
            <a:ext cx="5997035" cy="2659143"/>
          </a:xfrm>
          <a:prstGeom prst="rect">
            <a:avLst/>
          </a:prstGeom>
        </p:spPr>
      </p:pic>
    </p:spTree>
    <p:extLst>
      <p:ext uri="{BB962C8B-B14F-4D97-AF65-F5344CB8AC3E}">
        <p14:creationId xmlns:p14="http://schemas.microsoft.com/office/powerpoint/2010/main" val="19047537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E866BBF-F4DE-ED14-D19E-3BA95440A37A}"/>
              </a:ext>
            </a:extLst>
          </p:cNvPr>
          <p:cNvSpPr>
            <a:spLocks noGrp="1"/>
          </p:cNvSpPr>
          <p:nvPr>
            <p:ph sz="half" idx="1"/>
          </p:nvPr>
        </p:nvSpPr>
        <p:spPr>
          <a:xfrm>
            <a:off x="838200" y="1467841"/>
            <a:ext cx="5181600" cy="4351338"/>
          </a:xfrm>
        </p:spPr>
        <p:txBody>
          <a:bodyPr>
            <a:normAutofit/>
          </a:bodyPr>
          <a:lstStyle/>
          <a:p>
            <a:pPr>
              <a:lnSpc>
                <a:spcPct val="150000"/>
              </a:lnSpc>
            </a:pPr>
            <a:r>
              <a:rPr lang="en-US" sz="1400" dirty="0"/>
              <a:t>H-bridge is an electronic circuit that switches the polarity of a voltage applied to a load. </a:t>
            </a:r>
          </a:p>
          <a:p>
            <a:pPr>
              <a:lnSpc>
                <a:spcPct val="150000"/>
              </a:lnSpc>
            </a:pPr>
            <a:r>
              <a:rPr lang="en-US" sz="1400" dirty="0"/>
              <a:t>They work using a combination of switching components (mechanical switches, transistors, etc.), as shown in the diagram, to change the polarity to the load.</a:t>
            </a:r>
          </a:p>
          <a:p>
            <a:pPr>
              <a:lnSpc>
                <a:spcPct val="150000"/>
              </a:lnSpc>
            </a:pPr>
            <a:r>
              <a:rPr lang="en-US" sz="1400" dirty="0"/>
              <a:t>H-Bridge Drivers are some of the most common motor drivers used in the control DC motors to run forwards or backwards.</a:t>
            </a:r>
          </a:p>
          <a:p>
            <a:endParaRPr lang="en-GB" dirty="0"/>
          </a:p>
        </p:txBody>
      </p:sp>
      <p:sp>
        <p:nvSpPr>
          <p:cNvPr id="4" name="Title 3">
            <a:extLst>
              <a:ext uri="{FF2B5EF4-FFF2-40B4-BE49-F238E27FC236}">
                <a16:creationId xmlns:a16="http://schemas.microsoft.com/office/drawing/2014/main" id="{FF3771E8-850B-1BCE-800F-1092A96F22F8}"/>
              </a:ext>
            </a:extLst>
          </p:cNvPr>
          <p:cNvSpPr>
            <a:spLocks noGrp="1"/>
          </p:cNvSpPr>
          <p:nvPr>
            <p:ph type="title"/>
          </p:nvPr>
        </p:nvSpPr>
        <p:spPr/>
        <p:txBody>
          <a:bodyPr/>
          <a:lstStyle/>
          <a:p>
            <a:r>
              <a:rPr lang="en-US" dirty="0"/>
              <a:t>Motor Driver</a:t>
            </a:r>
            <a:endParaRPr lang="en-GB" dirty="0"/>
          </a:p>
        </p:txBody>
      </p:sp>
      <p:graphicFrame>
        <p:nvGraphicFramePr>
          <p:cNvPr id="5" name="Table 5">
            <a:extLst>
              <a:ext uri="{FF2B5EF4-FFF2-40B4-BE49-F238E27FC236}">
                <a16:creationId xmlns:a16="http://schemas.microsoft.com/office/drawing/2014/main" id="{AA07DEC8-AFAD-77D8-B1A2-FBFE0B0EFCC8}"/>
              </a:ext>
            </a:extLst>
          </p:cNvPr>
          <p:cNvGraphicFramePr>
            <a:graphicFrameLocks noGrp="1"/>
          </p:cNvGraphicFramePr>
          <p:nvPr>
            <p:extLst>
              <p:ext uri="{D42A27DB-BD31-4B8C-83A1-F6EECF244321}">
                <p14:modId xmlns:p14="http://schemas.microsoft.com/office/powerpoint/2010/main" val="405937393"/>
              </p:ext>
            </p:extLst>
          </p:nvPr>
        </p:nvGraphicFramePr>
        <p:xfrm>
          <a:off x="1013008" y="4821335"/>
          <a:ext cx="4658745" cy="1828800"/>
        </p:xfrm>
        <a:graphic>
          <a:graphicData uri="http://schemas.openxmlformats.org/drawingml/2006/table">
            <a:tbl>
              <a:tblPr firstRow="1" bandRow="1">
                <a:tableStyleId>{5940675A-B579-460E-94D1-54222C63F5DA}</a:tableStyleId>
              </a:tblPr>
              <a:tblGrid>
                <a:gridCol w="756512">
                  <a:extLst>
                    <a:ext uri="{9D8B030D-6E8A-4147-A177-3AD203B41FA5}">
                      <a16:colId xmlns:a16="http://schemas.microsoft.com/office/drawing/2014/main" val="4254025422"/>
                    </a:ext>
                  </a:extLst>
                </a:gridCol>
                <a:gridCol w="641766">
                  <a:extLst>
                    <a:ext uri="{9D8B030D-6E8A-4147-A177-3AD203B41FA5}">
                      <a16:colId xmlns:a16="http://schemas.microsoft.com/office/drawing/2014/main" val="1343275770"/>
                    </a:ext>
                  </a:extLst>
                </a:gridCol>
                <a:gridCol w="663896">
                  <a:extLst>
                    <a:ext uri="{9D8B030D-6E8A-4147-A177-3AD203B41FA5}">
                      <a16:colId xmlns:a16="http://schemas.microsoft.com/office/drawing/2014/main" val="2819938531"/>
                    </a:ext>
                  </a:extLst>
                </a:gridCol>
                <a:gridCol w="641766">
                  <a:extLst>
                    <a:ext uri="{9D8B030D-6E8A-4147-A177-3AD203B41FA5}">
                      <a16:colId xmlns:a16="http://schemas.microsoft.com/office/drawing/2014/main" val="2769128561"/>
                    </a:ext>
                  </a:extLst>
                </a:gridCol>
                <a:gridCol w="1954805">
                  <a:extLst>
                    <a:ext uri="{9D8B030D-6E8A-4147-A177-3AD203B41FA5}">
                      <a16:colId xmlns:a16="http://schemas.microsoft.com/office/drawing/2014/main" val="1103075830"/>
                    </a:ext>
                  </a:extLst>
                </a:gridCol>
              </a:tblGrid>
              <a:tr h="295899">
                <a:tc>
                  <a:txBody>
                    <a:bodyPr/>
                    <a:lstStyle/>
                    <a:p>
                      <a:pPr algn="ctr"/>
                      <a:r>
                        <a:rPr lang="en-US" sz="1400" b="1" dirty="0">
                          <a:latin typeface="Nexa Bold" panose="02000000000000000000" pitchFamily="50" charset="0"/>
                        </a:rPr>
                        <a:t>S1</a:t>
                      </a:r>
                      <a:endParaRPr lang="en-GB" sz="1400" b="1" dirty="0">
                        <a:latin typeface="Nexa Bold" panose="02000000000000000000" pitchFamily="50" charset="0"/>
                      </a:endParaRPr>
                    </a:p>
                  </a:txBody>
                  <a:tcPr>
                    <a:solidFill>
                      <a:schemeClr val="bg2">
                        <a:lumMod val="90000"/>
                      </a:schemeClr>
                    </a:solidFill>
                  </a:tcPr>
                </a:tc>
                <a:tc>
                  <a:txBody>
                    <a:bodyPr/>
                    <a:lstStyle/>
                    <a:p>
                      <a:pPr algn="ctr"/>
                      <a:r>
                        <a:rPr lang="en-US" sz="1400" b="1" dirty="0">
                          <a:latin typeface="Nexa Bold" panose="02000000000000000000" pitchFamily="50" charset="0"/>
                        </a:rPr>
                        <a:t>S2</a:t>
                      </a:r>
                      <a:endParaRPr lang="en-GB" sz="1400" b="1" dirty="0">
                        <a:latin typeface="Nexa Bold" panose="02000000000000000000" pitchFamily="50" charset="0"/>
                      </a:endParaRPr>
                    </a:p>
                  </a:txBody>
                  <a:tcPr>
                    <a:solidFill>
                      <a:schemeClr val="bg2">
                        <a:lumMod val="90000"/>
                      </a:schemeClr>
                    </a:solidFill>
                  </a:tcPr>
                </a:tc>
                <a:tc>
                  <a:txBody>
                    <a:bodyPr/>
                    <a:lstStyle/>
                    <a:p>
                      <a:pPr algn="ctr"/>
                      <a:r>
                        <a:rPr lang="en-US" sz="1400" b="1" dirty="0">
                          <a:latin typeface="Nexa Bold" panose="02000000000000000000" pitchFamily="50" charset="0"/>
                        </a:rPr>
                        <a:t>S3</a:t>
                      </a:r>
                      <a:endParaRPr lang="en-GB" sz="1400" b="1" dirty="0">
                        <a:latin typeface="Nexa Bold" panose="02000000000000000000" pitchFamily="50" charset="0"/>
                      </a:endParaRPr>
                    </a:p>
                  </a:txBody>
                  <a:tcPr>
                    <a:solidFill>
                      <a:schemeClr val="bg2">
                        <a:lumMod val="90000"/>
                      </a:schemeClr>
                    </a:solidFill>
                  </a:tcPr>
                </a:tc>
                <a:tc>
                  <a:txBody>
                    <a:bodyPr/>
                    <a:lstStyle/>
                    <a:p>
                      <a:pPr algn="ctr"/>
                      <a:r>
                        <a:rPr lang="en-US" sz="1400" b="1" dirty="0">
                          <a:latin typeface="Nexa Bold" panose="02000000000000000000" pitchFamily="50" charset="0"/>
                        </a:rPr>
                        <a:t>S4</a:t>
                      </a:r>
                      <a:endParaRPr lang="en-GB" sz="1400" b="1" dirty="0">
                        <a:latin typeface="Nexa Bold" panose="02000000000000000000" pitchFamily="50" charset="0"/>
                      </a:endParaRPr>
                    </a:p>
                  </a:txBody>
                  <a:tcPr>
                    <a:solidFill>
                      <a:schemeClr val="bg2">
                        <a:lumMod val="90000"/>
                      </a:schemeClr>
                    </a:solidFill>
                  </a:tcPr>
                </a:tc>
                <a:tc>
                  <a:txBody>
                    <a:bodyPr/>
                    <a:lstStyle/>
                    <a:p>
                      <a:pPr algn="ctr"/>
                      <a:r>
                        <a:rPr lang="en-US" sz="1400" b="1" dirty="0">
                          <a:latin typeface="Nexa Bold" panose="02000000000000000000" pitchFamily="50" charset="0"/>
                        </a:rPr>
                        <a:t>Motor</a:t>
                      </a:r>
                      <a:endParaRPr lang="en-GB" sz="1400" b="1" dirty="0">
                        <a:latin typeface="Nexa Bold" panose="02000000000000000000" pitchFamily="50" charset="0"/>
                      </a:endParaRPr>
                    </a:p>
                  </a:txBody>
                  <a:tcPr>
                    <a:solidFill>
                      <a:schemeClr val="bg2">
                        <a:lumMod val="90000"/>
                      </a:schemeClr>
                    </a:solidFill>
                  </a:tcPr>
                </a:tc>
                <a:extLst>
                  <a:ext uri="{0D108BD9-81ED-4DB2-BD59-A6C34878D82A}">
                    <a16:rowId xmlns:a16="http://schemas.microsoft.com/office/drawing/2014/main" val="1159097197"/>
                  </a:ext>
                </a:extLst>
              </a:tr>
              <a:tr h="295899">
                <a:tc>
                  <a:txBody>
                    <a:bodyPr/>
                    <a:lstStyle/>
                    <a:p>
                      <a:pPr algn="ctr"/>
                      <a:r>
                        <a:rPr lang="en-US" sz="1400" dirty="0">
                          <a:latin typeface="Nexa Light" panose="02000000000000000000" pitchFamily="50" charset="0"/>
                        </a:rPr>
                        <a:t>0</a:t>
                      </a:r>
                      <a:endParaRPr lang="en-GB" sz="1400" dirty="0">
                        <a:latin typeface="Nexa Light" panose="02000000000000000000" pitchFamily="50" charset="0"/>
                      </a:endParaRPr>
                    </a:p>
                  </a:txBody>
                  <a:tcPr anchor="ctr"/>
                </a:tc>
                <a:tc>
                  <a:txBody>
                    <a:bodyPr/>
                    <a:lstStyle/>
                    <a:p>
                      <a:pPr algn="ctr"/>
                      <a:r>
                        <a:rPr lang="en-US" sz="1400" dirty="0">
                          <a:latin typeface="Nexa Light" panose="02000000000000000000" pitchFamily="50" charset="0"/>
                        </a:rPr>
                        <a:t>0</a:t>
                      </a:r>
                      <a:endParaRPr lang="en-GB" sz="1400" dirty="0">
                        <a:latin typeface="Nexa Light" panose="02000000000000000000" pitchFamily="50" charset="0"/>
                      </a:endParaRPr>
                    </a:p>
                  </a:txBody>
                  <a:tcPr anchor="ctr"/>
                </a:tc>
                <a:tc>
                  <a:txBody>
                    <a:bodyPr/>
                    <a:lstStyle/>
                    <a:p>
                      <a:pPr algn="ctr"/>
                      <a:r>
                        <a:rPr lang="en-US" sz="1400" dirty="0">
                          <a:latin typeface="Nexa Light" panose="02000000000000000000" pitchFamily="50" charset="0"/>
                        </a:rPr>
                        <a:t>0</a:t>
                      </a:r>
                      <a:endParaRPr lang="en-GB" sz="1400" dirty="0">
                        <a:latin typeface="Nexa Light" panose="02000000000000000000" pitchFamily="50" charset="0"/>
                      </a:endParaRPr>
                    </a:p>
                  </a:txBody>
                  <a:tcPr anchor="ctr"/>
                </a:tc>
                <a:tc>
                  <a:txBody>
                    <a:bodyPr/>
                    <a:lstStyle/>
                    <a:p>
                      <a:pPr algn="ctr"/>
                      <a:r>
                        <a:rPr lang="en-US" sz="1400" dirty="0">
                          <a:latin typeface="Nexa Light" panose="02000000000000000000" pitchFamily="50" charset="0"/>
                        </a:rPr>
                        <a:t>0</a:t>
                      </a:r>
                      <a:endParaRPr lang="en-GB" sz="1400" dirty="0">
                        <a:latin typeface="Nexa Light" panose="02000000000000000000" pitchFamily="50" charset="0"/>
                      </a:endParaRPr>
                    </a:p>
                  </a:txBody>
                  <a:tcPr anchor="ctr"/>
                </a:tc>
                <a:tc>
                  <a:txBody>
                    <a:bodyPr/>
                    <a:lstStyle/>
                    <a:p>
                      <a:pPr algn="ctr"/>
                      <a:r>
                        <a:rPr lang="en-US" sz="1400" dirty="0">
                          <a:latin typeface="Nexa Light" panose="02000000000000000000" pitchFamily="50" charset="0"/>
                        </a:rPr>
                        <a:t>Motor Off</a:t>
                      </a:r>
                      <a:endParaRPr lang="en-GB" sz="1400" dirty="0">
                        <a:latin typeface="Nexa Light" panose="02000000000000000000" pitchFamily="50" charset="0"/>
                      </a:endParaRPr>
                    </a:p>
                  </a:txBody>
                  <a:tcPr anchor="ctr"/>
                </a:tc>
                <a:extLst>
                  <a:ext uri="{0D108BD9-81ED-4DB2-BD59-A6C34878D82A}">
                    <a16:rowId xmlns:a16="http://schemas.microsoft.com/office/drawing/2014/main" val="228293977"/>
                  </a:ext>
                </a:extLst>
              </a:tr>
              <a:tr h="295899">
                <a:tc>
                  <a:txBody>
                    <a:bodyPr/>
                    <a:lstStyle/>
                    <a:p>
                      <a:pPr algn="ctr"/>
                      <a:r>
                        <a:rPr lang="en-US" sz="1400" dirty="0">
                          <a:latin typeface="Nexa Light" panose="02000000000000000000" pitchFamily="50" charset="0"/>
                        </a:rPr>
                        <a:t>1</a:t>
                      </a:r>
                      <a:endParaRPr lang="en-GB" sz="1400" dirty="0">
                        <a:latin typeface="Nexa Light" panose="02000000000000000000" pitchFamily="50" charset="0"/>
                      </a:endParaRPr>
                    </a:p>
                  </a:txBody>
                  <a:tcPr anchor="ctr"/>
                </a:tc>
                <a:tc>
                  <a:txBody>
                    <a:bodyPr/>
                    <a:lstStyle/>
                    <a:p>
                      <a:pPr algn="ctr"/>
                      <a:r>
                        <a:rPr lang="en-US" sz="1400" dirty="0">
                          <a:latin typeface="Nexa Light" panose="02000000000000000000" pitchFamily="50" charset="0"/>
                        </a:rPr>
                        <a:t>0</a:t>
                      </a:r>
                      <a:endParaRPr lang="en-GB" sz="1400" dirty="0">
                        <a:latin typeface="Nexa Light" panose="02000000000000000000" pitchFamily="50" charset="0"/>
                      </a:endParaRPr>
                    </a:p>
                  </a:txBody>
                  <a:tcPr anchor="ctr"/>
                </a:tc>
                <a:tc>
                  <a:txBody>
                    <a:bodyPr/>
                    <a:lstStyle/>
                    <a:p>
                      <a:pPr algn="ctr"/>
                      <a:r>
                        <a:rPr lang="en-US" sz="1400" dirty="0">
                          <a:latin typeface="Nexa Light" panose="02000000000000000000" pitchFamily="50" charset="0"/>
                        </a:rPr>
                        <a:t>0</a:t>
                      </a:r>
                      <a:endParaRPr lang="en-GB" sz="1400" dirty="0">
                        <a:latin typeface="Nexa Light" panose="02000000000000000000" pitchFamily="50" charset="0"/>
                      </a:endParaRPr>
                    </a:p>
                  </a:txBody>
                  <a:tcPr anchor="ctr"/>
                </a:tc>
                <a:tc>
                  <a:txBody>
                    <a:bodyPr/>
                    <a:lstStyle/>
                    <a:p>
                      <a:pPr algn="ctr"/>
                      <a:r>
                        <a:rPr lang="en-US" sz="1400" dirty="0">
                          <a:latin typeface="Nexa Light" panose="02000000000000000000" pitchFamily="50" charset="0"/>
                        </a:rPr>
                        <a:t>1</a:t>
                      </a:r>
                      <a:endParaRPr lang="en-GB" sz="1400" dirty="0">
                        <a:latin typeface="Nexa Light" panose="02000000000000000000" pitchFamily="50"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latin typeface="Nexa Light" panose="02000000000000000000" pitchFamily="50" charset="0"/>
                        </a:rPr>
                        <a:t>Right Turn </a:t>
                      </a:r>
                      <a:endParaRPr lang="en-GB" sz="1400" dirty="0">
                        <a:latin typeface="Nexa Light" panose="02000000000000000000" pitchFamily="50" charset="0"/>
                      </a:endParaRPr>
                    </a:p>
                  </a:txBody>
                  <a:tcPr anchor="ctr"/>
                </a:tc>
                <a:extLst>
                  <a:ext uri="{0D108BD9-81ED-4DB2-BD59-A6C34878D82A}">
                    <a16:rowId xmlns:a16="http://schemas.microsoft.com/office/drawing/2014/main" val="3985496275"/>
                  </a:ext>
                </a:extLst>
              </a:tr>
              <a:tr h="295899">
                <a:tc>
                  <a:txBody>
                    <a:bodyPr/>
                    <a:lstStyle/>
                    <a:p>
                      <a:pPr algn="ctr"/>
                      <a:r>
                        <a:rPr lang="en-US" sz="1400" dirty="0">
                          <a:latin typeface="Nexa Light" panose="02000000000000000000" pitchFamily="50" charset="0"/>
                        </a:rPr>
                        <a:t>0</a:t>
                      </a:r>
                      <a:endParaRPr lang="en-GB" sz="1400" dirty="0">
                        <a:latin typeface="Nexa Light" panose="02000000000000000000" pitchFamily="50" charset="0"/>
                      </a:endParaRPr>
                    </a:p>
                  </a:txBody>
                  <a:tcPr anchor="ctr"/>
                </a:tc>
                <a:tc>
                  <a:txBody>
                    <a:bodyPr/>
                    <a:lstStyle/>
                    <a:p>
                      <a:pPr algn="ctr"/>
                      <a:r>
                        <a:rPr lang="en-US" sz="1400" dirty="0">
                          <a:latin typeface="Nexa Light" panose="02000000000000000000" pitchFamily="50" charset="0"/>
                        </a:rPr>
                        <a:t>1</a:t>
                      </a:r>
                      <a:endParaRPr lang="en-GB" sz="1400" dirty="0">
                        <a:latin typeface="Nexa Light" panose="02000000000000000000" pitchFamily="50" charset="0"/>
                      </a:endParaRPr>
                    </a:p>
                  </a:txBody>
                  <a:tcPr anchor="ctr"/>
                </a:tc>
                <a:tc>
                  <a:txBody>
                    <a:bodyPr/>
                    <a:lstStyle/>
                    <a:p>
                      <a:pPr algn="ctr"/>
                      <a:r>
                        <a:rPr lang="en-US" sz="1400" dirty="0">
                          <a:latin typeface="Nexa Light" panose="02000000000000000000" pitchFamily="50" charset="0"/>
                        </a:rPr>
                        <a:t>1</a:t>
                      </a:r>
                      <a:endParaRPr lang="en-GB" sz="1400" dirty="0">
                        <a:latin typeface="Nexa Light" panose="02000000000000000000" pitchFamily="50" charset="0"/>
                      </a:endParaRPr>
                    </a:p>
                  </a:txBody>
                  <a:tcPr anchor="ctr"/>
                </a:tc>
                <a:tc>
                  <a:txBody>
                    <a:bodyPr/>
                    <a:lstStyle/>
                    <a:p>
                      <a:pPr algn="ctr"/>
                      <a:r>
                        <a:rPr lang="en-US" sz="1400" dirty="0">
                          <a:latin typeface="Nexa Light" panose="02000000000000000000" pitchFamily="50" charset="0"/>
                        </a:rPr>
                        <a:t>0</a:t>
                      </a:r>
                      <a:endParaRPr lang="en-GB" sz="1400" dirty="0">
                        <a:latin typeface="Nexa Light" panose="02000000000000000000" pitchFamily="50" charset="0"/>
                      </a:endParaRPr>
                    </a:p>
                  </a:txBody>
                  <a:tcPr anchor="ctr"/>
                </a:tc>
                <a:tc>
                  <a:txBody>
                    <a:bodyPr/>
                    <a:lstStyle/>
                    <a:p>
                      <a:pPr algn="ctr"/>
                      <a:r>
                        <a:rPr lang="en-US" sz="1400" dirty="0">
                          <a:latin typeface="Nexa Light" panose="02000000000000000000" pitchFamily="50" charset="0"/>
                        </a:rPr>
                        <a:t>Left Turn</a:t>
                      </a:r>
                      <a:endParaRPr lang="en-GB" sz="1400" dirty="0">
                        <a:latin typeface="Nexa Light" panose="02000000000000000000" pitchFamily="50" charset="0"/>
                      </a:endParaRPr>
                    </a:p>
                  </a:txBody>
                  <a:tcPr anchor="ctr"/>
                </a:tc>
                <a:extLst>
                  <a:ext uri="{0D108BD9-81ED-4DB2-BD59-A6C34878D82A}">
                    <a16:rowId xmlns:a16="http://schemas.microsoft.com/office/drawing/2014/main" val="4113174038"/>
                  </a:ext>
                </a:extLst>
              </a:tr>
              <a:tr h="295899">
                <a:tc>
                  <a:txBody>
                    <a:bodyPr/>
                    <a:lstStyle/>
                    <a:p>
                      <a:pPr algn="ctr"/>
                      <a:r>
                        <a:rPr lang="en-US" sz="1400" dirty="0">
                          <a:latin typeface="Nexa Light" panose="02000000000000000000" pitchFamily="50" charset="0"/>
                        </a:rPr>
                        <a:t>1</a:t>
                      </a:r>
                      <a:endParaRPr lang="en-GB" sz="1400" dirty="0">
                        <a:latin typeface="Nexa Light" panose="02000000000000000000" pitchFamily="50" charset="0"/>
                      </a:endParaRPr>
                    </a:p>
                  </a:txBody>
                  <a:tcPr anchor="ctr"/>
                </a:tc>
                <a:tc>
                  <a:txBody>
                    <a:bodyPr/>
                    <a:lstStyle/>
                    <a:p>
                      <a:pPr algn="ctr"/>
                      <a:r>
                        <a:rPr lang="en-US" sz="1400" dirty="0">
                          <a:latin typeface="Nexa Light" panose="02000000000000000000" pitchFamily="50" charset="0"/>
                        </a:rPr>
                        <a:t>1</a:t>
                      </a:r>
                      <a:endParaRPr lang="en-GB" sz="1400" dirty="0">
                        <a:latin typeface="Nexa Light" panose="02000000000000000000" pitchFamily="50" charset="0"/>
                      </a:endParaRPr>
                    </a:p>
                  </a:txBody>
                  <a:tcPr anchor="ctr"/>
                </a:tc>
                <a:tc>
                  <a:txBody>
                    <a:bodyPr/>
                    <a:lstStyle/>
                    <a:p>
                      <a:pPr algn="ctr"/>
                      <a:r>
                        <a:rPr lang="en-US" sz="1400" dirty="0">
                          <a:latin typeface="Nexa Light" panose="02000000000000000000" pitchFamily="50" charset="0"/>
                        </a:rPr>
                        <a:t>0</a:t>
                      </a:r>
                      <a:endParaRPr lang="en-GB" sz="1400" dirty="0">
                        <a:latin typeface="Nexa Light" panose="02000000000000000000" pitchFamily="50" charset="0"/>
                      </a:endParaRPr>
                    </a:p>
                  </a:txBody>
                  <a:tcPr anchor="ctr"/>
                </a:tc>
                <a:tc>
                  <a:txBody>
                    <a:bodyPr/>
                    <a:lstStyle/>
                    <a:p>
                      <a:pPr algn="ctr"/>
                      <a:r>
                        <a:rPr lang="en-US" sz="1400" dirty="0">
                          <a:latin typeface="Nexa Light" panose="02000000000000000000" pitchFamily="50" charset="0"/>
                        </a:rPr>
                        <a:t>0</a:t>
                      </a:r>
                      <a:endParaRPr lang="en-GB" sz="1400" dirty="0">
                        <a:latin typeface="Nexa Light" panose="02000000000000000000" pitchFamily="50" charset="0"/>
                      </a:endParaRPr>
                    </a:p>
                  </a:txBody>
                  <a:tcPr anchor="ctr"/>
                </a:tc>
                <a:tc>
                  <a:txBody>
                    <a:bodyPr/>
                    <a:lstStyle/>
                    <a:p>
                      <a:pPr algn="ctr"/>
                      <a:r>
                        <a:rPr lang="en-US" sz="1400" dirty="0">
                          <a:latin typeface="Nexa Light" panose="02000000000000000000" pitchFamily="50" charset="0"/>
                        </a:rPr>
                        <a:t>Short Circuit</a:t>
                      </a:r>
                      <a:endParaRPr lang="en-GB" sz="1400" dirty="0">
                        <a:latin typeface="Nexa Light" panose="02000000000000000000" pitchFamily="50" charset="0"/>
                      </a:endParaRPr>
                    </a:p>
                  </a:txBody>
                  <a:tcPr anchor="ctr"/>
                </a:tc>
                <a:extLst>
                  <a:ext uri="{0D108BD9-81ED-4DB2-BD59-A6C34878D82A}">
                    <a16:rowId xmlns:a16="http://schemas.microsoft.com/office/drawing/2014/main" val="2557925811"/>
                  </a:ext>
                </a:extLst>
              </a:tr>
              <a:tr h="295899">
                <a:tc>
                  <a:txBody>
                    <a:bodyPr/>
                    <a:lstStyle/>
                    <a:p>
                      <a:pPr algn="ctr"/>
                      <a:r>
                        <a:rPr lang="en-US" sz="1400" dirty="0">
                          <a:latin typeface="Nexa Light" panose="02000000000000000000" pitchFamily="50" charset="0"/>
                        </a:rPr>
                        <a:t>0</a:t>
                      </a:r>
                      <a:endParaRPr lang="en-GB" sz="1400" dirty="0">
                        <a:latin typeface="Nexa Light" panose="02000000000000000000" pitchFamily="50" charset="0"/>
                      </a:endParaRPr>
                    </a:p>
                  </a:txBody>
                  <a:tcPr anchor="ctr"/>
                </a:tc>
                <a:tc>
                  <a:txBody>
                    <a:bodyPr/>
                    <a:lstStyle/>
                    <a:p>
                      <a:pPr algn="ctr"/>
                      <a:r>
                        <a:rPr lang="en-US" sz="1400" dirty="0">
                          <a:latin typeface="Nexa Light" panose="02000000000000000000" pitchFamily="50" charset="0"/>
                        </a:rPr>
                        <a:t>0</a:t>
                      </a:r>
                      <a:endParaRPr lang="en-GB" sz="1400" dirty="0">
                        <a:latin typeface="Nexa Light" panose="02000000000000000000" pitchFamily="50" charset="0"/>
                      </a:endParaRPr>
                    </a:p>
                  </a:txBody>
                  <a:tcPr anchor="ctr"/>
                </a:tc>
                <a:tc>
                  <a:txBody>
                    <a:bodyPr/>
                    <a:lstStyle/>
                    <a:p>
                      <a:pPr algn="ctr"/>
                      <a:r>
                        <a:rPr lang="en-US" sz="1400" dirty="0">
                          <a:latin typeface="Nexa Light" panose="02000000000000000000" pitchFamily="50" charset="0"/>
                        </a:rPr>
                        <a:t>1</a:t>
                      </a:r>
                      <a:endParaRPr lang="en-GB" sz="1400" dirty="0">
                        <a:latin typeface="Nexa Light" panose="02000000000000000000" pitchFamily="50" charset="0"/>
                      </a:endParaRPr>
                    </a:p>
                  </a:txBody>
                  <a:tcPr anchor="ctr"/>
                </a:tc>
                <a:tc>
                  <a:txBody>
                    <a:bodyPr/>
                    <a:lstStyle/>
                    <a:p>
                      <a:pPr algn="ctr"/>
                      <a:r>
                        <a:rPr lang="en-US" sz="1400" dirty="0">
                          <a:latin typeface="Nexa Light" panose="02000000000000000000" pitchFamily="50" charset="0"/>
                        </a:rPr>
                        <a:t>1</a:t>
                      </a:r>
                      <a:endParaRPr lang="en-GB" sz="1400" dirty="0">
                        <a:latin typeface="Nexa Light" panose="02000000000000000000" pitchFamily="50" charset="0"/>
                      </a:endParaRPr>
                    </a:p>
                  </a:txBody>
                  <a:tcPr anchor="ctr"/>
                </a:tc>
                <a:tc>
                  <a:txBody>
                    <a:bodyPr/>
                    <a:lstStyle/>
                    <a:p>
                      <a:pPr algn="ctr"/>
                      <a:r>
                        <a:rPr lang="en-US" sz="1400" dirty="0">
                          <a:latin typeface="Nexa Light" panose="02000000000000000000" pitchFamily="50" charset="0"/>
                        </a:rPr>
                        <a:t>Short Circuit</a:t>
                      </a:r>
                      <a:endParaRPr lang="en-GB" sz="1400" dirty="0">
                        <a:latin typeface="Nexa Light" panose="02000000000000000000" pitchFamily="50" charset="0"/>
                      </a:endParaRPr>
                    </a:p>
                  </a:txBody>
                  <a:tcPr anchor="ctr"/>
                </a:tc>
                <a:extLst>
                  <a:ext uri="{0D108BD9-81ED-4DB2-BD59-A6C34878D82A}">
                    <a16:rowId xmlns:a16="http://schemas.microsoft.com/office/drawing/2014/main" val="205198155"/>
                  </a:ext>
                </a:extLst>
              </a:tr>
            </a:tbl>
          </a:graphicData>
        </a:graphic>
      </p:graphicFrame>
      <p:pic>
        <p:nvPicPr>
          <p:cNvPr id="16" name="Picture 15">
            <a:extLst>
              <a:ext uri="{FF2B5EF4-FFF2-40B4-BE49-F238E27FC236}">
                <a16:creationId xmlns:a16="http://schemas.microsoft.com/office/drawing/2014/main" id="{A00A8AEE-AFB1-0F7F-5422-1F0FDBDB9002}"/>
              </a:ext>
            </a:extLst>
          </p:cNvPr>
          <p:cNvPicPr>
            <a:picLocks noChangeAspect="1"/>
          </p:cNvPicPr>
          <p:nvPr/>
        </p:nvPicPr>
        <p:blipFill>
          <a:blip r:embed="rId2"/>
          <a:stretch>
            <a:fillRect/>
          </a:stretch>
        </p:blipFill>
        <p:spPr>
          <a:xfrm>
            <a:off x="6416812" y="1376017"/>
            <a:ext cx="3983705" cy="5429206"/>
          </a:xfrm>
          <a:prstGeom prst="rect">
            <a:avLst/>
          </a:prstGeom>
        </p:spPr>
      </p:pic>
      <p:sp>
        <p:nvSpPr>
          <p:cNvPr id="17" name="TextBox 16">
            <a:extLst>
              <a:ext uri="{FF2B5EF4-FFF2-40B4-BE49-F238E27FC236}">
                <a16:creationId xmlns:a16="http://schemas.microsoft.com/office/drawing/2014/main" id="{47F0922F-CB62-90CE-5D65-F0EA67154D4E}"/>
              </a:ext>
            </a:extLst>
          </p:cNvPr>
          <p:cNvSpPr txBox="1"/>
          <p:nvPr/>
        </p:nvSpPr>
        <p:spPr>
          <a:xfrm>
            <a:off x="9782287" y="3136612"/>
            <a:ext cx="2409713" cy="584775"/>
          </a:xfrm>
          <a:prstGeom prst="rect">
            <a:avLst/>
          </a:prstGeom>
          <a:noFill/>
        </p:spPr>
        <p:txBody>
          <a:bodyPr wrap="square" rtlCol="0">
            <a:spAutoFit/>
          </a:bodyPr>
          <a:lstStyle/>
          <a:p>
            <a:pPr algn="ctr"/>
            <a:r>
              <a:rPr lang="en-US" sz="1600" dirty="0">
                <a:latin typeface="Nexa Light" panose="02000000000000000000" pitchFamily="50" charset="0"/>
              </a:rPr>
              <a:t>H-Bridge motor Driver Diagram</a:t>
            </a:r>
            <a:endParaRPr lang="en-GB" sz="1600" dirty="0">
              <a:latin typeface="Nexa Light" panose="02000000000000000000" pitchFamily="50" charset="0"/>
            </a:endParaRPr>
          </a:p>
        </p:txBody>
      </p:sp>
    </p:spTree>
    <p:extLst>
      <p:ext uri="{BB962C8B-B14F-4D97-AF65-F5344CB8AC3E}">
        <p14:creationId xmlns:p14="http://schemas.microsoft.com/office/powerpoint/2010/main" val="4034722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39C417D-4067-9DEA-5A73-6BBD3DB8CDB0}"/>
              </a:ext>
            </a:extLst>
          </p:cNvPr>
          <p:cNvSpPr>
            <a:spLocks noGrp="1"/>
          </p:cNvSpPr>
          <p:nvPr>
            <p:ph sz="half" idx="1"/>
          </p:nvPr>
        </p:nvSpPr>
        <p:spPr/>
        <p:txBody>
          <a:bodyPr>
            <a:normAutofit fontScale="55000" lnSpcReduction="20000"/>
          </a:bodyPr>
          <a:lstStyle/>
          <a:p>
            <a:pPr>
              <a:lnSpc>
                <a:spcPct val="170000"/>
              </a:lnSpc>
            </a:pPr>
            <a:r>
              <a:rPr lang="en-US" sz="2200" dirty="0"/>
              <a:t>Another capability of the motor driver is to regulate the angular speed of the motor.</a:t>
            </a:r>
          </a:p>
          <a:p>
            <a:pPr>
              <a:lnSpc>
                <a:spcPct val="170000"/>
              </a:lnSpc>
            </a:pPr>
            <a:r>
              <a:rPr lang="en-US" sz="2200" dirty="0"/>
              <a:t>There are many ways to obtain this result, one of the most common one is to send a PWM (Pulse width modulated signal) to the enable pin of the H-Bridge.</a:t>
            </a:r>
          </a:p>
          <a:p>
            <a:pPr>
              <a:lnSpc>
                <a:spcPct val="170000"/>
              </a:lnSpc>
            </a:pPr>
            <a:r>
              <a:rPr lang="en-US" sz="2200" dirty="0"/>
              <a:t>PWM (Pulse Width Modulation): Is a technique used in engineering to control the average power delivered by an electrical signal, by dividing it into discrete parts.</a:t>
            </a:r>
          </a:p>
          <a:p>
            <a:pPr>
              <a:lnSpc>
                <a:spcPct val="170000"/>
              </a:lnSpc>
            </a:pPr>
            <a:r>
              <a:rPr lang="en-US" sz="2200" dirty="0"/>
              <a:t>In practice, this is accomplished by rapidly turning the switch between the load and the source (enable switch), ON and OFF.</a:t>
            </a:r>
          </a:p>
          <a:p>
            <a:pPr>
              <a:lnSpc>
                <a:spcPct val="170000"/>
              </a:lnSpc>
            </a:pPr>
            <a:r>
              <a:rPr lang="en-US" sz="2400" dirty="0"/>
              <a:t>Typically, the PWM (Pulse Width Modulation) signal frequency for controlling DC Motors is ~490-1000 Hz.</a:t>
            </a:r>
          </a:p>
          <a:p>
            <a:pPr>
              <a:lnSpc>
                <a:spcPct val="170000"/>
              </a:lnSpc>
            </a:pPr>
            <a:r>
              <a:rPr lang="en-US" sz="2400" dirty="0"/>
              <a:t>More information can be found </a:t>
            </a:r>
            <a:r>
              <a:rPr lang="en-US" sz="2400" dirty="0">
                <a:hlinkClick r:id="rId2"/>
              </a:rPr>
              <a:t>here</a:t>
            </a:r>
            <a:r>
              <a:rPr lang="en-US" sz="2400" dirty="0"/>
              <a:t>.</a:t>
            </a:r>
          </a:p>
        </p:txBody>
      </p:sp>
      <p:pic>
        <p:nvPicPr>
          <p:cNvPr id="5" name="Content Placeholder 4">
            <a:extLst>
              <a:ext uri="{FF2B5EF4-FFF2-40B4-BE49-F238E27FC236}">
                <a16:creationId xmlns:a16="http://schemas.microsoft.com/office/drawing/2014/main" id="{7C353984-BDEC-3A52-A9BA-C561DB8D9E8E}"/>
              </a:ext>
            </a:extLst>
          </p:cNvPr>
          <p:cNvPicPr>
            <a:picLocks noGrp="1" noChangeAspect="1"/>
          </p:cNvPicPr>
          <p:nvPr>
            <p:ph sz="half" idx="2"/>
          </p:nvPr>
        </p:nvPicPr>
        <p:blipFill>
          <a:blip r:embed="rId3"/>
          <a:stretch>
            <a:fillRect/>
          </a:stretch>
        </p:blipFill>
        <p:spPr>
          <a:xfrm>
            <a:off x="7102216" y="1277844"/>
            <a:ext cx="4173325" cy="5446900"/>
          </a:xfrm>
          <a:prstGeom prst="rect">
            <a:avLst/>
          </a:prstGeom>
        </p:spPr>
      </p:pic>
      <p:sp>
        <p:nvSpPr>
          <p:cNvPr id="4" name="Title 3">
            <a:extLst>
              <a:ext uri="{FF2B5EF4-FFF2-40B4-BE49-F238E27FC236}">
                <a16:creationId xmlns:a16="http://schemas.microsoft.com/office/drawing/2014/main" id="{B8FD166D-A2DF-062B-B28D-C660851080FB}"/>
              </a:ext>
            </a:extLst>
          </p:cNvPr>
          <p:cNvSpPr>
            <a:spLocks noGrp="1"/>
          </p:cNvSpPr>
          <p:nvPr>
            <p:ph type="title"/>
          </p:nvPr>
        </p:nvSpPr>
        <p:spPr/>
        <p:txBody>
          <a:bodyPr/>
          <a:lstStyle/>
          <a:p>
            <a:r>
              <a:rPr lang="en-US" dirty="0"/>
              <a:t>Motor Driver</a:t>
            </a:r>
            <a:endParaRPr lang="en-GB" dirty="0"/>
          </a:p>
        </p:txBody>
      </p:sp>
      <p:sp>
        <p:nvSpPr>
          <p:cNvPr id="6" name="TextBox 5">
            <a:extLst>
              <a:ext uri="{FF2B5EF4-FFF2-40B4-BE49-F238E27FC236}">
                <a16:creationId xmlns:a16="http://schemas.microsoft.com/office/drawing/2014/main" id="{76DA34B6-5CB2-0FAA-05DD-CB84E11690BD}"/>
              </a:ext>
            </a:extLst>
          </p:cNvPr>
          <p:cNvSpPr txBox="1"/>
          <p:nvPr/>
        </p:nvSpPr>
        <p:spPr>
          <a:xfrm>
            <a:off x="9323678" y="2434130"/>
            <a:ext cx="1951863" cy="338554"/>
          </a:xfrm>
          <a:prstGeom prst="rect">
            <a:avLst/>
          </a:prstGeom>
          <a:noFill/>
        </p:spPr>
        <p:txBody>
          <a:bodyPr wrap="square" rtlCol="0">
            <a:spAutoFit/>
          </a:bodyPr>
          <a:lstStyle/>
          <a:p>
            <a:pPr algn="ctr"/>
            <a:r>
              <a:rPr lang="en-US" sz="1600" dirty="0">
                <a:latin typeface="Nexa Light" panose="02000000000000000000" pitchFamily="50" charset="0"/>
              </a:rPr>
              <a:t>PWM Input</a:t>
            </a:r>
            <a:endParaRPr lang="en-GB" sz="1600" dirty="0">
              <a:latin typeface="Nexa Light" panose="02000000000000000000" pitchFamily="50" charset="0"/>
            </a:endParaRPr>
          </a:p>
        </p:txBody>
      </p:sp>
      <p:sp>
        <p:nvSpPr>
          <p:cNvPr id="7" name="TextBox 6">
            <a:extLst>
              <a:ext uri="{FF2B5EF4-FFF2-40B4-BE49-F238E27FC236}">
                <a16:creationId xmlns:a16="http://schemas.microsoft.com/office/drawing/2014/main" id="{1D8972A0-4FDA-D257-66C9-931E94DE587C}"/>
              </a:ext>
            </a:extLst>
          </p:cNvPr>
          <p:cNvSpPr txBox="1"/>
          <p:nvPr/>
        </p:nvSpPr>
        <p:spPr>
          <a:xfrm>
            <a:off x="8000938" y="6519446"/>
            <a:ext cx="1951863" cy="338554"/>
          </a:xfrm>
          <a:prstGeom prst="rect">
            <a:avLst/>
          </a:prstGeom>
          <a:noFill/>
        </p:spPr>
        <p:txBody>
          <a:bodyPr wrap="square" rtlCol="0">
            <a:spAutoFit/>
          </a:bodyPr>
          <a:lstStyle/>
          <a:p>
            <a:pPr algn="ctr"/>
            <a:r>
              <a:rPr lang="en-US" sz="1600" dirty="0">
                <a:latin typeface="Nexa Light" panose="02000000000000000000" pitchFamily="50" charset="0"/>
              </a:rPr>
              <a:t>PWM Duty Cycle</a:t>
            </a:r>
            <a:endParaRPr lang="en-GB" sz="1600" dirty="0">
              <a:latin typeface="Nexa Light" panose="02000000000000000000" pitchFamily="50" charset="0"/>
            </a:endParaRPr>
          </a:p>
        </p:txBody>
      </p:sp>
    </p:spTree>
    <p:extLst>
      <p:ext uri="{BB962C8B-B14F-4D97-AF65-F5344CB8AC3E}">
        <p14:creationId xmlns:p14="http://schemas.microsoft.com/office/powerpoint/2010/main" val="4370782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14F4AEF-93C3-F599-48F4-53EB2B4A3494}"/>
              </a:ext>
            </a:extLst>
          </p:cNvPr>
          <p:cNvSpPr>
            <a:spLocks noGrp="1"/>
          </p:cNvSpPr>
          <p:nvPr>
            <p:ph sz="half" idx="1"/>
          </p:nvPr>
        </p:nvSpPr>
        <p:spPr/>
        <p:txBody>
          <a:bodyPr>
            <a:normAutofit/>
          </a:bodyPr>
          <a:lstStyle/>
          <a:p>
            <a:pPr>
              <a:lnSpc>
                <a:spcPct val="150000"/>
              </a:lnSpc>
            </a:pPr>
            <a:r>
              <a:rPr lang="en-GB" sz="1400" dirty="0"/>
              <a:t>Given that the motor can be modelled as a second order systems, when applying a PWM voltage as an input, it is possible to observe the output behaviour as in the figure.</a:t>
            </a:r>
          </a:p>
          <a:p>
            <a:pPr>
              <a:lnSpc>
                <a:spcPct val="150000"/>
              </a:lnSpc>
            </a:pPr>
            <a:endParaRPr lang="en-GB" sz="1400" dirty="0"/>
          </a:p>
          <a:p>
            <a:pPr>
              <a:lnSpc>
                <a:spcPct val="150000"/>
              </a:lnSpc>
            </a:pPr>
            <a:r>
              <a:rPr lang="en-GB" sz="1400" dirty="0"/>
              <a:t>This behaviour, can be used to control the power given to the motor and therefore controlling the motor angular speed.</a:t>
            </a:r>
          </a:p>
          <a:p>
            <a:endParaRPr lang="en-GB" dirty="0"/>
          </a:p>
        </p:txBody>
      </p:sp>
      <p:sp>
        <p:nvSpPr>
          <p:cNvPr id="4" name="Title 3">
            <a:extLst>
              <a:ext uri="{FF2B5EF4-FFF2-40B4-BE49-F238E27FC236}">
                <a16:creationId xmlns:a16="http://schemas.microsoft.com/office/drawing/2014/main" id="{F38B83D7-1B0D-23CE-217F-88C5DAC2AAB3}"/>
              </a:ext>
            </a:extLst>
          </p:cNvPr>
          <p:cNvSpPr>
            <a:spLocks noGrp="1"/>
          </p:cNvSpPr>
          <p:nvPr>
            <p:ph type="title"/>
          </p:nvPr>
        </p:nvSpPr>
        <p:spPr/>
        <p:txBody>
          <a:bodyPr/>
          <a:lstStyle/>
          <a:p>
            <a:r>
              <a:rPr lang="en-US" dirty="0"/>
              <a:t>Motor Driver</a:t>
            </a:r>
            <a:endParaRPr lang="en-GB" dirty="0"/>
          </a:p>
        </p:txBody>
      </p:sp>
      <p:pic>
        <p:nvPicPr>
          <p:cNvPr id="8" name="Content Placeholder 7">
            <a:extLst>
              <a:ext uri="{FF2B5EF4-FFF2-40B4-BE49-F238E27FC236}">
                <a16:creationId xmlns:a16="http://schemas.microsoft.com/office/drawing/2014/main" id="{759E545C-C7A3-7BA5-AEF8-DE32650B5604}"/>
              </a:ext>
            </a:extLst>
          </p:cNvPr>
          <p:cNvPicPr>
            <a:picLocks noGrp="1" noChangeAspect="1"/>
          </p:cNvPicPr>
          <p:nvPr>
            <p:ph sz="half" idx="2"/>
          </p:nvPr>
        </p:nvPicPr>
        <p:blipFill>
          <a:blip r:embed="rId2"/>
          <a:stretch>
            <a:fillRect/>
          </a:stretch>
        </p:blipFill>
        <p:spPr>
          <a:xfrm>
            <a:off x="6172200" y="2288731"/>
            <a:ext cx="5181600" cy="3425125"/>
          </a:xfrm>
          <a:prstGeom prst="rect">
            <a:avLst/>
          </a:prstGeom>
        </p:spPr>
      </p:pic>
      <p:sp>
        <p:nvSpPr>
          <p:cNvPr id="9" name="TextBox 8">
            <a:extLst>
              <a:ext uri="{FF2B5EF4-FFF2-40B4-BE49-F238E27FC236}">
                <a16:creationId xmlns:a16="http://schemas.microsoft.com/office/drawing/2014/main" id="{3BE854A7-A841-0FD2-1729-3C4745957D9C}"/>
              </a:ext>
            </a:extLst>
          </p:cNvPr>
          <p:cNvSpPr txBox="1"/>
          <p:nvPr/>
        </p:nvSpPr>
        <p:spPr>
          <a:xfrm>
            <a:off x="7318158" y="5838409"/>
            <a:ext cx="2889683" cy="338554"/>
          </a:xfrm>
          <a:prstGeom prst="rect">
            <a:avLst/>
          </a:prstGeom>
          <a:noFill/>
        </p:spPr>
        <p:txBody>
          <a:bodyPr wrap="square" rtlCol="0">
            <a:spAutoFit/>
          </a:bodyPr>
          <a:lstStyle/>
          <a:p>
            <a:pPr algn="ctr"/>
            <a:r>
              <a:rPr lang="en-US" sz="1600" dirty="0">
                <a:latin typeface="Nexa Light" panose="02000000000000000000" pitchFamily="50" charset="0"/>
              </a:rPr>
              <a:t>Motor Output/Input</a:t>
            </a:r>
            <a:endParaRPr lang="en-GB" sz="1600" dirty="0">
              <a:latin typeface="Nexa Light" panose="02000000000000000000" pitchFamily="50" charset="0"/>
            </a:endParaRPr>
          </a:p>
        </p:txBody>
      </p:sp>
    </p:spTree>
    <p:extLst>
      <p:ext uri="{BB962C8B-B14F-4D97-AF65-F5344CB8AC3E}">
        <p14:creationId xmlns:p14="http://schemas.microsoft.com/office/powerpoint/2010/main" val="27619567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F21A0BC-AA5B-6FE5-8249-3B95C55F596E}"/>
              </a:ext>
            </a:extLst>
          </p:cNvPr>
          <p:cNvSpPr>
            <a:spLocks noGrp="1"/>
          </p:cNvSpPr>
          <p:nvPr>
            <p:ph sz="half" idx="1"/>
          </p:nvPr>
        </p:nvSpPr>
        <p:spPr>
          <a:xfrm>
            <a:off x="838200" y="1825624"/>
            <a:ext cx="5181600" cy="4636959"/>
          </a:xfrm>
        </p:spPr>
        <p:txBody>
          <a:bodyPr>
            <a:normAutofit fontScale="25000" lnSpcReduction="20000"/>
          </a:bodyPr>
          <a:lstStyle/>
          <a:p>
            <a:pPr>
              <a:lnSpc>
                <a:spcPct val="170000"/>
              </a:lnSpc>
            </a:pPr>
            <a:r>
              <a:rPr lang="en-US" sz="5600" dirty="0"/>
              <a:t>A microcontroller is a compact integrated circuit. They are made to perform a specific operation in an embedded system. </a:t>
            </a:r>
          </a:p>
          <a:p>
            <a:pPr>
              <a:lnSpc>
                <a:spcPct val="170000"/>
              </a:lnSpc>
            </a:pPr>
            <a:r>
              <a:rPr lang="en-US" sz="5600" dirty="0"/>
              <a:t> In robotics they are usually in charge of the low-level control of the robot, such as motors, and sensors or actuators that require a dedicated and fast controller to work.</a:t>
            </a:r>
          </a:p>
          <a:p>
            <a:pPr>
              <a:lnSpc>
                <a:spcPct val="170000"/>
              </a:lnSpc>
            </a:pPr>
            <a:r>
              <a:rPr lang="en-US" sz="5600" dirty="0"/>
              <a:t>A typical microcontroller includes a processor, memory and input/output (I/O) peripherals on a single chip.</a:t>
            </a:r>
          </a:p>
        </p:txBody>
      </p:sp>
      <p:sp>
        <p:nvSpPr>
          <p:cNvPr id="3" name="Content Placeholder 2">
            <a:extLst>
              <a:ext uri="{FF2B5EF4-FFF2-40B4-BE49-F238E27FC236}">
                <a16:creationId xmlns:a16="http://schemas.microsoft.com/office/drawing/2014/main" id="{AE1539F9-D9F6-B5FF-9704-34C008CD701D}"/>
              </a:ext>
            </a:extLst>
          </p:cNvPr>
          <p:cNvSpPr>
            <a:spLocks noGrp="1"/>
          </p:cNvSpPr>
          <p:nvPr>
            <p:ph sz="half" idx="2"/>
          </p:nvPr>
        </p:nvSpPr>
        <p:spPr/>
        <p:txBody>
          <a:bodyPr>
            <a:normAutofit/>
          </a:bodyPr>
          <a:lstStyle/>
          <a:p>
            <a:pPr>
              <a:lnSpc>
                <a:spcPct val="170000"/>
              </a:lnSpc>
            </a:pPr>
            <a:r>
              <a:rPr lang="en-US" sz="1400" dirty="0"/>
              <a:t>For the case of the </a:t>
            </a:r>
            <a:r>
              <a:rPr lang="en-US" sz="1400" dirty="0" err="1"/>
              <a:t>PuzzleBot</a:t>
            </a:r>
            <a:r>
              <a:rPr lang="en-US" sz="1400" dirty="0"/>
              <a:t>:</a:t>
            </a:r>
          </a:p>
          <a:p>
            <a:pPr lvl="1">
              <a:lnSpc>
                <a:spcPct val="100000"/>
              </a:lnSpc>
            </a:pPr>
            <a:r>
              <a:rPr lang="en-US" sz="1400" dirty="0"/>
              <a:t>ESP32-based Microcontroller</a:t>
            </a:r>
          </a:p>
          <a:p>
            <a:pPr lvl="1">
              <a:lnSpc>
                <a:spcPct val="100000"/>
              </a:lnSpc>
            </a:pPr>
            <a:r>
              <a:rPr lang="en-US" sz="1400" dirty="0" err="1"/>
              <a:t>Xtensa</a:t>
            </a:r>
            <a:r>
              <a:rPr lang="en-US" sz="1400" dirty="0"/>
              <a:t> dual-core 32-bit LX6 microprocessor</a:t>
            </a:r>
          </a:p>
          <a:p>
            <a:pPr lvl="1">
              <a:lnSpc>
                <a:spcPct val="100000"/>
              </a:lnSpc>
            </a:pPr>
            <a:r>
              <a:rPr lang="en-US" sz="1400" dirty="0"/>
              <a:t>520 KB of SRAM</a:t>
            </a:r>
          </a:p>
          <a:p>
            <a:pPr lvl="1">
              <a:lnSpc>
                <a:spcPct val="100000"/>
              </a:lnSpc>
            </a:pPr>
            <a:r>
              <a:rPr lang="en-US" sz="1400" dirty="0" err="1"/>
              <a:t>WiFi</a:t>
            </a:r>
            <a:r>
              <a:rPr lang="en-US" sz="1400" dirty="0"/>
              <a:t> &amp; Bluetooth</a:t>
            </a:r>
          </a:p>
          <a:p>
            <a:pPr lvl="1">
              <a:lnSpc>
                <a:spcPct val="100000"/>
              </a:lnSpc>
            </a:pPr>
            <a:r>
              <a:rPr lang="en-US" sz="1400" dirty="0"/>
              <a:t>DC-DC Converter</a:t>
            </a:r>
          </a:p>
          <a:p>
            <a:pPr lvl="1">
              <a:lnSpc>
                <a:spcPct val="100000"/>
              </a:lnSpc>
            </a:pPr>
            <a:r>
              <a:rPr lang="en-US" sz="1400" dirty="0"/>
              <a:t>Motor Driver</a:t>
            </a:r>
          </a:p>
          <a:p>
            <a:pPr lvl="1">
              <a:lnSpc>
                <a:spcPct val="100000"/>
              </a:lnSpc>
            </a:pPr>
            <a:r>
              <a:rPr lang="en-US" sz="1400" dirty="0"/>
              <a:t>0.96” I2C LCD Display</a:t>
            </a:r>
          </a:p>
          <a:p>
            <a:endParaRPr lang="en-GB" dirty="0"/>
          </a:p>
        </p:txBody>
      </p:sp>
      <p:sp>
        <p:nvSpPr>
          <p:cNvPr id="4" name="Title 3">
            <a:extLst>
              <a:ext uri="{FF2B5EF4-FFF2-40B4-BE49-F238E27FC236}">
                <a16:creationId xmlns:a16="http://schemas.microsoft.com/office/drawing/2014/main" id="{B36AC491-ED7A-A6D2-5344-2647943C26E4}"/>
              </a:ext>
            </a:extLst>
          </p:cNvPr>
          <p:cNvSpPr>
            <a:spLocks noGrp="1"/>
          </p:cNvSpPr>
          <p:nvPr>
            <p:ph type="title"/>
          </p:nvPr>
        </p:nvSpPr>
        <p:spPr/>
        <p:txBody>
          <a:bodyPr/>
          <a:lstStyle/>
          <a:p>
            <a:r>
              <a:rPr lang="en-US" dirty="0"/>
              <a:t>MCU</a:t>
            </a:r>
            <a:endParaRPr lang="en-GB" dirty="0"/>
          </a:p>
        </p:txBody>
      </p:sp>
      <p:pic>
        <p:nvPicPr>
          <p:cNvPr id="5" name="Picture 2">
            <a:extLst>
              <a:ext uri="{FF2B5EF4-FFF2-40B4-BE49-F238E27FC236}">
                <a16:creationId xmlns:a16="http://schemas.microsoft.com/office/drawing/2014/main" id="{FAA33B4B-29A5-09F2-AF3A-A7472F69F08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7025" t="28034" r="18973" b="7451"/>
          <a:stretch/>
        </p:blipFill>
        <p:spPr bwMode="auto">
          <a:xfrm>
            <a:off x="9369105" y="4001294"/>
            <a:ext cx="2639645" cy="26609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88948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F21A0BC-AA5B-6FE5-8249-3B95C55F596E}"/>
              </a:ext>
            </a:extLst>
          </p:cNvPr>
          <p:cNvSpPr>
            <a:spLocks noGrp="1"/>
          </p:cNvSpPr>
          <p:nvPr>
            <p:ph sz="half" idx="1"/>
          </p:nvPr>
        </p:nvSpPr>
        <p:spPr>
          <a:xfrm>
            <a:off x="380527" y="1825624"/>
            <a:ext cx="5639273" cy="4636959"/>
          </a:xfrm>
        </p:spPr>
        <p:txBody>
          <a:bodyPr>
            <a:normAutofit fontScale="25000" lnSpcReduction="20000"/>
          </a:bodyPr>
          <a:lstStyle/>
          <a:p>
            <a:pPr>
              <a:lnSpc>
                <a:spcPct val="170000"/>
              </a:lnSpc>
            </a:pPr>
            <a:endParaRPr lang="en-US" sz="5600" dirty="0"/>
          </a:p>
          <a:p>
            <a:pPr>
              <a:lnSpc>
                <a:spcPct val="170000"/>
              </a:lnSpc>
            </a:pPr>
            <a:r>
              <a:rPr lang="en-US" sz="5600" dirty="0"/>
              <a:t>For the case of the sensors, they can be classified as Exteroceptive and Proprioceptive.</a:t>
            </a:r>
          </a:p>
          <a:p>
            <a:pPr>
              <a:lnSpc>
                <a:spcPct val="170000"/>
              </a:lnSpc>
            </a:pPr>
            <a:r>
              <a:rPr lang="en-US" sz="5600" b="1" dirty="0"/>
              <a:t>Exteroceptive</a:t>
            </a:r>
            <a:r>
              <a:rPr lang="en-US" sz="5600" dirty="0"/>
              <a:t>: Used to measure the environment or the state of the environment, topology of the environment, temperature, etc. Some examples are Sonar, LiDAR, Light sensors, bumper sensors, magnetometers. </a:t>
            </a:r>
          </a:p>
          <a:p>
            <a:pPr>
              <a:lnSpc>
                <a:spcPct val="170000"/>
              </a:lnSpc>
            </a:pPr>
            <a:r>
              <a:rPr lang="en-US" sz="5600" b="1" dirty="0"/>
              <a:t>Proprioceptive</a:t>
            </a:r>
            <a:r>
              <a:rPr lang="en-US" sz="5600" dirty="0"/>
              <a:t>: Used to measure the state of the robot such as wheel position, velocity, acceleration, battery charge, etc. Some examples include, encoders, battery level, </a:t>
            </a:r>
            <a:r>
              <a:rPr lang="en-US" sz="5600" dirty="0" err="1"/>
              <a:t>gyrometers</a:t>
            </a:r>
            <a:r>
              <a:rPr lang="en-US" sz="5600" dirty="0"/>
              <a:t>, accelerometers.</a:t>
            </a:r>
          </a:p>
        </p:txBody>
      </p:sp>
      <p:pic>
        <p:nvPicPr>
          <p:cNvPr id="6" name="Content Placeholder 5">
            <a:extLst>
              <a:ext uri="{FF2B5EF4-FFF2-40B4-BE49-F238E27FC236}">
                <a16:creationId xmlns:a16="http://schemas.microsoft.com/office/drawing/2014/main" id="{5867A0BC-FE47-857E-59E3-6835D8BC1B7E}"/>
              </a:ext>
            </a:extLst>
          </p:cNvPr>
          <p:cNvPicPr>
            <a:picLocks noGrp="1" noChangeAspect="1"/>
          </p:cNvPicPr>
          <p:nvPr>
            <p:ph sz="half" idx="2"/>
          </p:nvPr>
        </p:nvPicPr>
        <p:blipFill>
          <a:blip r:embed="rId2"/>
          <a:stretch>
            <a:fillRect/>
          </a:stretch>
        </p:blipFill>
        <p:spPr>
          <a:xfrm>
            <a:off x="6172200" y="2151125"/>
            <a:ext cx="5181600" cy="3700338"/>
          </a:xfrm>
          <a:prstGeom prst="rect">
            <a:avLst/>
          </a:prstGeom>
        </p:spPr>
      </p:pic>
      <p:sp>
        <p:nvSpPr>
          <p:cNvPr id="4" name="Title 3">
            <a:extLst>
              <a:ext uri="{FF2B5EF4-FFF2-40B4-BE49-F238E27FC236}">
                <a16:creationId xmlns:a16="http://schemas.microsoft.com/office/drawing/2014/main" id="{B36AC491-ED7A-A6D2-5344-2647943C26E4}"/>
              </a:ext>
            </a:extLst>
          </p:cNvPr>
          <p:cNvSpPr>
            <a:spLocks noGrp="1"/>
          </p:cNvSpPr>
          <p:nvPr>
            <p:ph type="title"/>
          </p:nvPr>
        </p:nvSpPr>
        <p:spPr/>
        <p:txBody>
          <a:bodyPr/>
          <a:lstStyle/>
          <a:p>
            <a:r>
              <a:rPr lang="en-US" dirty="0"/>
              <a:t>Robotic Sensors</a:t>
            </a:r>
            <a:endParaRPr lang="en-GB" dirty="0"/>
          </a:p>
        </p:txBody>
      </p:sp>
    </p:spTree>
    <p:extLst>
      <p:ext uri="{BB962C8B-B14F-4D97-AF65-F5344CB8AC3E}">
        <p14:creationId xmlns:p14="http://schemas.microsoft.com/office/powerpoint/2010/main" val="15257345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F21A0BC-AA5B-6FE5-8249-3B95C55F596E}"/>
              </a:ext>
            </a:extLst>
          </p:cNvPr>
          <p:cNvSpPr>
            <a:spLocks noGrp="1"/>
          </p:cNvSpPr>
          <p:nvPr>
            <p:ph sz="half" idx="1"/>
          </p:nvPr>
        </p:nvSpPr>
        <p:spPr>
          <a:xfrm>
            <a:off x="120316" y="1825624"/>
            <a:ext cx="5899484" cy="4636959"/>
          </a:xfrm>
        </p:spPr>
        <p:txBody>
          <a:bodyPr>
            <a:normAutofit/>
          </a:bodyPr>
          <a:lstStyle/>
          <a:p>
            <a:pPr>
              <a:lnSpc>
                <a:spcPct val="170000"/>
              </a:lnSpc>
            </a:pPr>
            <a:r>
              <a:rPr lang="en-US" sz="1400" dirty="0"/>
              <a:t>Device that converts the angular position of a shaft (motor shaft) to an analogue or digital signal.</a:t>
            </a:r>
          </a:p>
          <a:p>
            <a:pPr lvl="1">
              <a:lnSpc>
                <a:spcPct val="170000"/>
              </a:lnSpc>
            </a:pPr>
            <a:r>
              <a:rPr lang="en-US" sz="1400" b="1" dirty="0"/>
              <a:t>Absolute: </a:t>
            </a:r>
            <a:r>
              <a:rPr lang="en-US" sz="1400" dirty="0"/>
              <a:t>Indicates the position of the shaft at all times, by producing a unique digital code for each angle (Angle transducers).</a:t>
            </a:r>
          </a:p>
          <a:p>
            <a:pPr lvl="1">
              <a:lnSpc>
                <a:spcPct val="170000"/>
              </a:lnSpc>
            </a:pPr>
            <a:r>
              <a:rPr lang="en-US" sz="1400" b="1" dirty="0"/>
              <a:t>Incremental: </a:t>
            </a:r>
            <a:r>
              <a:rPr lang="en-US" sz="1400" dirty="0"/>
              <a:t>Record the changes in position of the motor shaft with no indication or relation to any fixed position of the shaft.</a:t>
            </a:r>
          </a:p>
          <a:p>
            <a:pPr>
              <a:lnSpc>
                <a:spcPct val="170000"/>
              </a:lnSpc>
            </a:pPr>
            <a:r>
              <a:rPr lang="en-US" sz="1400" dirty="0"/>
              <a:t>Encoders in mobile robots are considered proprioceptive sensors because they only acquire information about the robot itself, not the structure of the environment.</a:t>
            </a:r>
          </a:p>
        </p:txBody>
      </p:sp>
      <p:pic>
        <p:nvPicPr>
          <p:cNvPr id="11" name="Content Placeholder 10">
            <a:extLst>
              <a:ext uri="{FF2B5EF4-FFF2-40B4-BE49-F238E27FC236}">
                <a16:creationId xmlns:a16="http://schemas.microsoft.com/office/drawing/2014/main" id="{873ED8DF-7D55-B460-92C0-85B309D8755C}"/>
              </a:ext>
            </a:extLst>
          </p:cNvPr>
          <p:cNvPicPr>
            <a:picLocks noGrp="1" noChangeAspect="1"/>
          </p:cNvPicPr>
          <p:nvPr>
            <p:ph sz="half" idx="2"/>
          </p:nvPr>
        </p:nvPicPr>
        <p:blipFill>
          <a:blip r:embed="rId2"/>
          <a:stretch>
            <a:fillRect/>
          </a:stretch>
        </p:blipFill>
        <p:spPr>
          <a:xfrm>
            <a:off x="6428434" y="1825625"/>
            <a:ext cx="4669132" cy="4351338"/>
          </a:xfrm>
          <a:prstGeom prst="rect">
            <a:avLst/>
          </a:prstGeom>
        </p:spPr>
      </p:pic>
      <p:sp>
        <p:nvSpPr>
          <p:cNvPr id="4" name="Title 3">
            <a:extLst>
              <a:ext uri="{FF2B5EF4-FFF2-40B4-BE49-F238E27FC236}">
                <a16:creationId xmlns:a16="http://schemas.microsoft.com/office/drawing/2014/main" id="{B36AC491-ED7A-A6D2-5344-2647943C26E4}"/>
              </a:ext>
            </a:extLst>
          </p:cNvPr>
          <p:cNvSpPr>
            <a:spLocks noGrp="1"/>
          </p:cNvSpPr>
          <p:nvPr>
            <p:ph type="title"/>
          </p:nvPr>
        </p:nvSpPr>
        <p:spPr/>
        <p:txBody>
          <a:bodyPr/>
          <a:lstStyle/>
          <a:p>
            <a:r>
              <a:rPr lang="en-US" dirty="0"/>
              <a:t>Encoders</a:t>
            </a:r>
            <a:endParaRPr lang="en-GB" dirty="0"/>
          </a:p>
        </p:txBody>
      </p:sp>
    </p:spTree>
    <p:extLst>
      <p:ext uri="{BB962C8B-B14F-4D97-AF65-F5344CB8AC3E}">
        <p14:creationId xmlns:p14="http://schemas.microsoft.com/office/powerpoint/2010/main" val="14074742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F21A0BC-AA5B-6FE5-8249-3B95C55F596E}"/>
              </a:ext>
            </a:extLst>
          </p:cNvPr>
          <p:cNvSpPr>
            <a:spLocks noGrp="1"/>
          </p:cNvSpPr>
          <p:nvPr>
            <p:ph sz="half" idx="1"/>
          </p:nvPr>
        </p:nvSpPr>
        <p:spPr>
          <a:xfrm>
            <a:off x="120316" y="1825624"/>
            <a:ext cx="5899484" cy="4831208"/>
          </a:xfrm>
        </p:spPr>
        <p:txBody>
          <a:bodyPr>
            <a:normAutofit fontScale="92500" lnSpcReduction="20000"/>
          </a:bodyPr>
          <a:lstStyle/>
          <a:p>
            <a:pPr>
              <a:lnSpc>
                <a:spcPct val="170000"/>
              </a:lnSpc>
            </a:pPr>
            <a:r>
              <a:rPr lang="en-US" sz="1400" dirty="0"/>
              <a:t>Incremental encoders, produce a series of electrical high-low pulses. These pulses, allows to obtain information such as the angular rotation of the shaft or the angular speed of the motor by counting the number of pulses that occur in a certain period (Δ𝑡) .</a:t>
            </a:r>
          </a:p>
          <a:p>
            <a:pPr>
              <a:lnSpc>
                <a:spcPct val="170000"/>
              </a:lnSpc>
            </a:pPr>
            <a:r>
              <a:rPr lang="en-US" sz="1400" dirty="0"/>
              <a:t>In robotics, when an encoder is attached to the axle of each wheel in a differential-drive robot, it is possible to convert the number of pulses into useful information, such as the velocity or distance travelled by each wheel.</a:t>
            </a:r>
          </a:p>
          <a:p>
            <a:pPr>
              <a:lnSpc>
                <a:spcPct val="170000"/>
              </a:lnSpc>
            </a:pPr>
            <a:r>
              <a:rPr lang="en-US" sz="1400" dirty="0"/>
              <a:t>With a single set of pulses (single channel / Channel A), it is impossible to know if the motor is rotating clockwise (CW) or counterclockwise (CCW).</a:t>
            </a:r>
          </a:p>
          <a:p>
            <a:pPr>
              <a:lnSpc>
                <a:spcPct val="170000"/>
              </a:lnSpc>
            </a:pPr>
            <a:r>
              <a:rPr lang="en-US" sz="1400" dirty="0"/>
              <a:t> Therefore, a second line (dual channel / channel B) is attached, having its signal shifted by 90 electrical degrees (°e) with respect to channel A.</a:t>
            </a:r>
          </a:p>
        </p:txBody>
      </p:sp>
      <p:sp>
        <p:nvSpPr>
          <p:cNvPr id="4" name="Title 3">
            <a:extLst>
              <a:ext uri="{FF2B5EF4-FFF2-40B4-BE49-F238E27FC236}">
                <a16:creationId xmlns:a16="http://schemas.microsoft.com/office/drawing/2014/main" id="{B36AC491-ED7A-A6D2-5344-2647943C26E4}"/>
              </a:ext>
            </a:extLst>
          </p:cNvPr>
          <p:cNvSpPr>
            <a:spLocks noGrp="1"/>
          </p:cNvSpPr>
          <p:nvPr>
            <p:ph type="title"/>
          </p:nvPr>
        </p:nvSpPr>
        <p:spPr/>
        <p:txBody>
          <a:bodyPr/>
          <a:lstStyle/>
          <a:p>
            <a:r>
              <a:rPr lang="en-US" dirty="0"/>
              <a:t>Encoders</a:t>
            </a:r>
            <a:endParaRPr lang="en-GB" dirty="0"/>
          </a:p>
        </p:txBody>
      </p:sp>
      <p:pic>
        <p:nvPicPr>
          <p:cNvPr id="9" name="Content Placeholder 8">
            <a:extLst>
              <a:ext uri="{FF2B5EF4-FFF2-40B4-BE49-F238E27FC236}">
                <a16:creationId xmlns:a16="http://schemas.microsoft.com/office/drawing/2014/main" id="{E275ED1E-2415-48A6-01D3-A2C5164D3EB0}"/>
              </a:ext>
            </a:extLst>
          </p:cNvPr>
          <p:cNvPicPr>
            <a:picLocks noGrp="1" noChangeAspect="1"/>
          </p:cNvPicPr>
          <p:nvPr>
            <p:ph sz="half" idx="2"/>
          </p:nvPr>
        </p:nvPicPr>
        <p:blipFill>
          <a:blip r:embed="rId2"/>
          <a:stretch>
            <a:fillRect/>
          </a:stretch>
        </p:blipFill>
        <p:spPr>
          <a:xfrm>
            <a:off x="6958045" y="1825625"/>
            <a:ext cx="3609909" cy="4351338"/>
          </a:xfrm>
          <a:prstGeom prst="rect">
            <a:avLst/>
          </a:prstGeom>
        </p:spPr>
      </p:pic>
    </p:spTree>
    <p:extLst>
      <p:ext uri="{BB962C8B-B14F-4D97-AF65-F5344CB8AC3E}">
        <p14:creationId xmlns:p14="http://schemas.microsoft.com/office/powerpoint/2010/main" val="11246429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F21A0BC-AA5B-6FE5-8249-3B95C55F596E}"/>
              </a:ext>
            </a:extLst>
          </p:cNvPr>
          <p:cNvSpPr>
            <a:spLocks noGrp="1"/>
          </p:cNvSpPr>
          <p:nvPr>
            <p:ph sz="half" idx="1"/>
          </p:nvPr>
        </p:nvSpPr>
        <p:spPr>
          <a:xfrm>
            <a:off x="120316" y="1825624"/>
            <a:ext cx="5899484" cy="4636959"/>
          </a:xfrm>
        </p:spPr>
        <p:txBody>
          <a:bodyPr>
            <a:normAutofit/>
          </a:bodyPr>
          <a:lstStyle/>
          <a:p>
            <a:pPr>
              <a:lnSpc>
                <a:spcPct val="170000"/>
              </a:lnSpc>
            </a:pPr>
            <a:r>
              <a:rPr lang="en-GB" sz="1400" dirty="0"/>
              <a:t>This phase shift allows to determine the direction of rotation.</a:t>
            </a:r>
          </a:p>
          <a:p>
            <a:pPr>
              <a:lnSpc>
                <a:spcPct val="170000"/>
              </a:lnSpc>
            </a:pPr>
            <a:r>
              <a:rPr lang="en-GB" sz="1400" dirty="0"/>
              <a:t> Depending on direction of rotation the signal of channel A is preceding channel B or vice versa.</a:t>
            </a:r>
          </a:p>
          <a:p>
            <a:pPr>
              <a:lnSpc>
                <a:spcPct val="170000"/>
              </a:lnSpc>
            </a:pPr>
            <a:r>
              <a:rPr lang="en-GB" sz="1400" dirty="0"/>
              <a:t>A simple estimation of the direction would be to verify the previous inputs (Channels A and B) and compare it with the actual inputs, the “code” will change dependant on the rotation direction.</a:t>
            </a:r>
          </a:p>
          <a:p>
            <a:pPr>
              <a:lnSpc>
                <a:spcPct val="170000"/>
              </a:lnSpc>
            </a:pPr>
            <a:r>
              <a:rPr lang="en-GB" sz="1400" dirty="0"/>
              <a:t>Counting the pulses of both channels, also leads to a more accurate angular velocity estimation.</a:t>
            </a:r>
          </a:p>
          <a:p>
            <a:pPr>
              <a:lnSpc>
                <a:spcPct val="170000"/>
              </a:lnSpc>
            </a:pPr>
            <a:r>
              <a:rPr lang="en-GB" sz="1400" dirty="0"/>
              <a:t>To count the pulses using a MCU, the most common methodology is to use interrupts so that no information is lost.</a:t>
            </a:r>
          </a:p>
        </p:txBody>
      </p:sp>
      <p:sp>
        <p:nvSpPr>
          <p:cNvPr id="4" name="Title 3">
            <a:extLst>
              <a:ext uri="{FF2B5EF4-FFF2-40B4-BE49-F238E27FC236}">
                <a16:creationId xmlns:a16="http://schemas.microsoft.com/office/drawing/2014/main" id="{B36AC491-ED7A-A6D2-5344-2647943C26E4}"/>
              </a:ext>
            </a:extLst>
          </p:cNvPr>
          <p:cNvSpPr>
            <a:spLocks noGrp="1"/>
          </p:cNvSpPr>
          <p:nvPr>
            <p:ph type="title"/>
          </p:nvPr>
        </p:nvSpPr>
        <p:spPr/>
        <p:txBody>
          <a:bodyPr/>
          <a:lstStyle/>
          <a:p>
            <a:r>
              <a:rPr lang="en-US" dirty="0"/>
              <a:t>Encoders</a:t>
            </a:r>
            <a:endParaRPr lang="en-GB" dirty="0"/>
          </a:p>
        </p:txBody>
      </p:sp>
      <p:pic>
        <p:nvPicPr>
          <p:cNvPr id="6" name="Content Placeholder 5">
            <a:extLst>
              <a:ext uri="{FF2B5EF4-FFF2-40B4-BE49-F238E27FC236}">
                <a16:creationId xmlns:a16="http://schemas.microsoft.com/office/drawing/2014/main" id="{55C4D4AE-A756-682E-AC3B-DEEDB7465AED}"/>
              </a:ext>
            </a:extLst>
          </p:cNvPr>
          <p:cNvPicPr>
            <a:picLocks noGrp="1" noChangeAspect="1"/>
          </p:cNvPicPr>
          <p:nvPr>
            <p:ph sz="half" idx="2"/>
          </p:nvPr>
        </p:nvPicPr>
        <p:blipFill>
          <a:blip r:embed="rId2"/>
          <a:stretch>
            <a:fillRect/>
          </a:stretch>
        </p:blipFill>
        <p:spPr>
          <a:xfrm>
            <a:off x="6172200" y="2296776"/>
            <a:ext cx="5181600" cy="3409036"/>
          </a:xfrm>
          <a:prstGeom prst="rect">
            <a:avLst/>
          </a:prstGeom>
        </p:spPr>
      </p:pic>
    </p:spTree>
    <p:extLst>
      <p:ext uri="{BB962C8B-B14F-4D97-AF65-F5344CB8AC3E}">
        <p14:creationId xmlns:p14="http://schemas.microsoft.com/office/powerpoint/2010/main" val="35853442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F21A0BC-AA5B-6FE5-8249-3B95C55F596E}"/>
              </a:ext>
            </a:extLst>
          </p:cNvPr>
          <p:cNvSpPr>
            <a:spLocks noGrp="1"/>
          </p:cNvSpPr>
          <p:nvPr>
            <p:ph sz="half" idx="1"/>
          </p:nvPr>
        </p:nvSpPr>
        <p:spPr>
          <a:xfrm>
            <a:off x="120316" y="1825624"/>
            <a:ext cx="5899484" cy="4636959"/>
          </a:xfrm>
        </p:spPr>
        <p:txBody>
          <a:bodyPr>
            <a:normAutofit/>
          </a:bodyPr>
          <a:lstStyle/>
          <a:p>
            <a:pPr>
              <a:lnSpc>
                <a:spcPct val="170000"/>
              </a:lnSpc>
            </a:pPr>
            <a:r>
              <a:rPr lang="en-GB" sz="1400" b="1" dirty="0"/>
              <a:t>Puzzlebot motors use an incremental dual channel, quadrature encoders with 13 pulses per revolution, attached to the motor shafts before the reduction (35:1).</a:t>
            </a:r>
          </a:p>
          <a:p>
            <a:pPr>
              <a:lnSpc>
                <a:spcPct val="170000"/>
              </a:lnSpc>
            </a:pPr>
            <a:r>
              <a:rPr lang="en-GB" sz="1400" dirty="0"/>
              <a:t>The encoder is used to estimate the speed of the motors.</a:t>
            </a:r>
          </a:p>
          <a:p>
            <a:pPr>
              <a:lnSpc>
                <a:spcPct val="170000"/>
              </a:lnSpc>
            </a:pPr>
            <a:r>
              <a:rPr lang="en-GB" sz="1400" dirty="0"/>
              <a:t>Since the encoders can have a lot of noise, it is recommended to use a filter (low pass or band pass) to avoid having a noisy signal that affects the controller. </a:t>
            </a:r>
          </a:p>
        </p:txBody>
      </p:sp>
      <p:sp>
        <p:nvSpPr>
          <p:cNvPr id="4" name="Title 3">
            <a:extLst>
              <a:ext uri="{FF2B5EF4-FFF2-40B4-BE49-F238E27FC236}">
                <a16:creationId xmlns:a16="http://schemas.microsoft.com/office/drawing/2014/main" id="{B36AC491-ED7A-A6D2-5344-2647943C26E4}"/>
              </a:ext>
            </a:extLst>
          </p:cNvPr>
          <p:cNvSpPr>
            <a:spLocks noGrp="1"/>
          </p:cNvSpPr>
          <p:nvPr>
            <p:ph type="title"/>
          </p:nvPr>
        </p:nvSpPr>
        <p:spPr/>
        <p:txBody>
          <a:bodyPr/>
          <a:lstStyle/>
          <a:p>
            <a:r>
              <a:rPr lang="en-US" dirty="0"/>
              <a:t>Encoders</a:t>
            </a:r>
            <a:endParaRPr lang="en-GB" dirty="0"/>
          </a:p>
        </p:txBody>
      </p:sp>
      <p:pic>
        <p:nvPicPr>
          <p:cNvPr id="7" name="Content Placeholder 6">
            <a:extLst>
              <a:ext uri="{FF2B5EF4-FFF2-40B4-BE49-F238E27FC236}">
                <a16:creationId xmlns:a16="http://schemas.microsoft.com/office/drawing/2014/main" id="{E872AA00-0F4F-7526-B686-79416A787709}"/>
              </a:ext>
            </a:extLst>
          </p:cNvPr>
          <p:cNvPicPr>
            <a:picLocks noGrp="1" noChangeAspect="1"/>
          </p:cNvPicPr>
          <p:nvPr>
            <p:ph sz="half" idx="2"/>
          </p:nvPr>
        </p:nvPicPr>
        <p:blipFill>
          <a:blip r:embed="rId2"/>
          <a:stretch>
            <a:fillRect/>
          </a:stretch>
        </p:blipFill>
        <p:spPr>
          <a:xfrm>
            <a:off x="6183140" y="1825625"/>
            <a:ext cx="5159720" cy="4351338"/>
          </a:xfrm>
          <a:prstGeom prst="rect">
            <a:avLst/>
          </a:prstGeom>
        </p:spPr>
      </p:pic>
    </p:spTree>
    <p:extLst>
      <p:ext uri="{BB962C8B-B14F-4D97-AF65-F5344CB8AC3E}">
        <p14:creationId xmlns:p14="http://schemas.microsoft.com/office/powerpoint/2010/main" val="1937298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F6E76800-61A7-AE13-862C-BE7983E00627}"/>
                  </a:ext>
                </a:extLst>
              </p:cNvPr>
              <p:cNvSpPr>
                <a:spLocks noGrp="1"/>
              </p:cNvSpPr>
              <p:nvPr>
                <p:ph sz="half" idx="1"/>
              </p:nvPr>
            </p:nvSpPr>
            <p:spPr>
              <a:xfrm>
                <a:off x="218096" y="1538753"/>
                <a:ext cx="5541498" cy="5032375"/>
              </a:xfrm>
            </p:spPr>
            <p:txBody>
              <a:bodyPr>
                <a:normAutofit/>
              </a:bodyPr>
              <a:lstStyle/>
              <a:p>
                <a:pPr>
                  <a:lnSpc>
                    <a:spcPct val="170000"/>
                  </a:lnSpc>
                </a:pPr>
                <a:r>
                  <a:rPr lang="en-US" sz="1400" dirty="0"/>
                  <a:t>Using the previous information, the motor can now be modelled as a single box, where the input is the Voltage (</a:t>
                </a:r>
                <a14:m>
                  <m:oMath xmlns:m="http://schemas.openxmlformats.org/officeDocument/2006/math">
                    <m:r>
                      <a:rPr lang="en-GB" sz="1400" b="0" i="1" smtClean="0">
                        <a:latin typeface="Cambria Math" panose="02040503050406030204" pitchFamily="18" charset="0"/>
                      </a:rPr>
                      <m:t>𝑉</m:t>
                    </m:r>
                  </m:oMath>
                </a14:m>
                <a:r>
                  <a:rPr lang="en-US" sz="1400" dirty="0"/>
                  <a:t>) and the output are the pulses given by the encoder, as depicted in Figure 1.</a:t>
                </a:r>
              </a:p>
              <a:p>
                <a:pPr>
                  <a:lnSpc>
                    <a:spcPct val="170000"/>
                  </a:lnSpc>
                </a:pPr>
                <a:r>
                  <a:rPr lang="en-US" sz="1400" dirty="0"/>
                  <a:t> Furthermore, since the pulses allow us to estimate the speed using an MCU, it is possible to abstract this model even more, as shown in Figure 2.</a:t>
                </a:r>
              </a:p>
              <a:p>
                <a:pPr lvl="1">
                  <a:lnSpc>
                    <a:spcPct val="170000"/>
                  </a:lnSpc>
                </a:pPr>
                <a:r>
                  <a:rPr lang="en-US" sz="1000" dirty="0"/>
                  <a:t>Please note that the MCU has enough computational power to perform other things simultaneously, such as control, reading other sensors, etc., NOT only reading encoders.</a:t>
                </a:r>
              </a:p>
              <a:p>
                <a:pPr>
                  <a:lnSpc>
                    <a:spcPct val="170000"/>
                  </a:lnSpc>
                </a:pPr>
                <a:r>
                  <a:rPr lang="en-US" sz="1400" dirty="0"/>
                  <a:t>As a result, it is possible to describe the motor in terms of its inputs and outputs: the Voltage (</a:t>
                </a:r>
                <a14:m>
                  <m:oMath xmlns:m="http://schemas.openxmlformats.org/officeDocument/2006/math">
                    <m:r>
                      <a:rPr lang="en-GB" sz="1400" b="0" i="1" smtClean="0">
                        <a:latin typeface="Cambria Math" panose="02040503050406030204" pitchFamily="18" charset="0"/>
                      </a:rPr>
                      <m:t>𝑉</m:t>
                    </m:r>
                  </m:oMath>
                </a14:m>
                <a:r>
                  <a:rPr lang="en-US" sz="1400" dirty="0"/>
                  <a:t>) and the angular velocity (</a:t>
                </a:r>
                <a14:m>
                  <m:oMath xmlns:m="http://schemas.openxmlformats.org/officeDocument/2006/math">
                    <m:r>
                      <a:rPr lang="en-GB" sz="1400" b="0" i="1" smtClean="0">
                        <a:latin typeface="Cambria Math" panose="02040503050406030204" pitchFamily="18" charset="0"/>
                      </a:rPr>
                      <m:t>𝜔</m:t>
                    </m:r>
                  </m:oMath>
                </a14:m>
                <a:r>
                  <a:rPr lang="en-US" sz="1400" dirty="0"/>
                  <a:t>) in </a:t>
                </a:r>
                <a14:m>
                  <m:oMath xmlns:m="http://schemas.openxmlformats.org/officeDocument/2006/math">
                    <m:d>
                      <m:dPr>
                        <m:begChr m:val="["/>
                        <m:endChr m:val="]"/>
                        <m:ctrlPr>
                          <a:rPr lang="en-GB" sz="1400" i="1">
                            <a:latin typeface="Cambria Math" panose="02040503050406030204" pitchFamily="18" charset="0"/>
                          </a:rPr>
                        </m:ctrlPr>
                      </m:dPr>
                      <m:e>
                        <m:f>
                          <m:fPr>
                            <m:ctrlPr>
                              <a:rPr lang="en-GB" sz="1400">
                                <a:latin typeface="Cambria Math" panose="02040503050406030204" pitchFamily="18" charset="0"/>
                              </a:rPr>
                            </m:ctrlPr>
                          </m:fPr>
                          <m:num>
                            <m:r>
                              <m:rPr>
                                <m:sty m:val="p"/>
                              </m:rPr>
                              <a:rPr lang="en-GB" sz="1400">
                                <a:latin typeface="Cambria Math" panose="02040503050406030204" pitchFamily="18" charset="0"/>
                              </a:rPr>
                              <m:t>rad</m:t>
                            </m:r>
                          </m:num>
                          <m:den>
                            <m:r>
                              <m:rPr>
                                <m:sty m:val="p"/>
                              </m:rPr>
                              <a:rPr lang="en-GB" sz="1400">
                                <a:latin typeface="Cambria Math" panose="02040503050406030204" pitchFamily="18" charset="0"/>
                              </a:rPr>
                              <m:t>s</m:t>
                            </m:r>
                          </m:den>
                        </m:f>
                      </m:e>
                    </m:d>
                  </m:oMath>
                </a14:m>
                <a:r>
                  <a:rPr lang="en-US" sz="1400" dirty="0"/>
                  <a:t>.</a:t>
                </a:r>
              </a:p>
            </p:txBody>
          </p:sp>
        </mc:Choice>
        <mc:Fallback xmlns="">
          <p:sp>
            <p:nvSpPr>
              <p:cNvPr id="2" name="Content Placeholder 1">
                <a:extLst>
                  <a:ext uri="{FF2B5EF4-FFF2-40B4-BE49-F238E27FC236}">
                    <a16:creationId xmlns:a16="http://schemas.microsoft.com/office/drawing/2014/main" id="{F6E76800-61A7-AE13-862C-BE7983E00627}"/>
                  </a:ext>
                </a:extLst>
              </p:cNvPr>
              <p:cNvSpPr>
                <a:spLocks noGrp="1" noRot="1" noChangeAspect="1" noMove="1" noResize="1" noEditPoints="1" noAdjustHandles="1" noChangeArrowheads="1" noChangeShapeType="1" noTextEdit="1"/>
              </p:cNvSpPr>
              <p:nvPr>
                <p:ph sz="half" idx="1"/>
              </p:nvPr>
            </p:nvSpPr>
            <p:spPr>
              <a:xfrm>
                <a:off x="218096" y="1538753"/>
                <a:ext cx="5541498" cy="5032375"/>
              </a:xfrm>
              <a:blipFill>
                <a:blip r:embed="rId2"/>
                <a:stretch>
                  <a:fillRect l="-220" r="-990"/>
                </a:stretch>
              </a:blipFill>
            </p:spPr>
            <p:txBody>
              <a:bodyPr/>
              <a:lstStyle/>
              <a:p>
                <a:r>
                  <a:rPr lang="en-GB">
                    <a:noFill/>
                  </a:rPr>
                  <a:t> </a:t>
                </a:r>
              </a:p>
            </p:txBody>
          </p:sp>
        </mc:Fallback>
      </mc:AlternateContent>
      <p:sp>
        <p:nvSpPr>
          <p:cNvPr id="4" name="Title 3">
            <a:extLst>
              <a:ext uri="{FF2B5EF4-FFF2-40B4-BE49-F238E27FC236}">
                <a16:creationId xmlns:a16="http://schemas.microsoft.com/office/drawing/2014/main" id="{9DAC521F-F6B8-CC89-3B87-F9379BB3AF15}"/>
              </a:ext>
            </a:extLst>
          </p:cNvPr>
          <p:cNvSpPr>
            <a:spLocks noGrp="1"/>
          </p:cNvSpPr>
          <p:nvPr>
            <p:ph type="title"/>
          </p:nvPr>
        </p:nvSpPr>
        <p:spPr/>
        <p:txBody>
          <a:bodyPr/>
          <a:lstStyle/>
          <a:p>
            <a:r>
              <a:rPr lang="en-GB" dirty="0"/>
              <a:t>DC Motor: Abstract Model</a:t>
            </a:r>
          </a:p>
        </p:txBody>
      </p:sp>
      <p:pic>
        <p:nvPicPr>
          <p:cNvPr id="16" name="Content Placeholder 15">
            <a:extLst>
              <a:ext uri="{FF2B5EF4-FFF2-40B4-BE49-F238E27FC236}">
                <a16:creationId xmlns:a16="http://schemas.microsoft.com/office/drawing/2014/main" id="{83397B80-A463-71BC-976D-9C8536AFD854}"/>
              </a:ext>
            </a:extLst>
          </p:cNvPr>
          <p:cNvPicPr>
            <a:picLocks noGrp="1" noChangeAspect="1"/>
          </p:cNvPicPr>
          <p:nvPr>
            <p:ph sz="half" idx="2"/>
          </p:nvPr>
        </p:nvPicPr>
        <p:blipFill>
          <a:blip r:embed="rId3"/>
          <a:stretch>
            <a:fillRect/>
          </a:stretch>
        </p:blipFill>
        <p:spPr>
          <a:xfrm>
            <a:off x="5730440" y="2000249"/>
            <a:ext cx="6472413" cy="1657885"/>
          </a:xfrm>
          <a:prstGeom prst="rect">
            <a:avLst/>
          </a:prstGeom>
        </p:spPr>
      </p:pic>
      <p:pic>
        <p:nvPicPr>
          <p:cNvPr id="42" name="Picture 41">
            <a:extLst>
              <a:ext uri="{FF2B5EF4-FFF2-40B4-BE49-F238E27FC236}">
                <a16:creationId xmlns:a16="http://schemas.microsoft.com/office/drawing/2014/main" id="{1F978A67-A5DD-748F-BF0D-918BA3241F25}"/>
              </a:ext>
            </a:extLst>
          </p:cNvPr>
          <p:cNvPicPr>
            <a:picLocks noChangeAspect="1"/>
          </p:cNvPicPr>
          <p:nvPr/>
        </p:nvPicPr>
        <p:blipFill>
          <a:blip r:embed="rId4"/>
          <a:stretch>
            <a:fillRect/>
          </a:stretch>
        </p:blipFill>
        <p:spPr>
          <a:xfrm>
            <a:off x="5730440" y="3866614"/>
            <a:ext cx="6472414" cy="1657885"/>
          </a:xfrm>
          <a:prstGeom prst="rect">
            <a:avLst/>
          </a:prstGeom>
        </p:spPr>
      </p:pic>
    </p:spTree>
    <p:extLst>
      <p:ext uri="{BB962C8B-B14F-4D97-AF65-F5344CB8AC3E}">
        <p14:creationId xmlns:p14="http://schemas.microsoft.com/office/powerpoint/2010/main" val="1988445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F6E76800-61A7-AE13-862C-BE7983E00627}"/>
                  </a:ext>
                </a:extLst>
              </p:cNvPr>
              <p:cNvSpPr>
                <a:spLocks noGrp="1"/>
              </p:cNvSpPr>
              <p:nvPr>
                <p:ph sz="half" idx="1"/>
              </p:nvPr>
            </p:nvSpPr>
            <p:spPr>
              <a:xfrm>
                <a:off x="469473" y="1565648"/>
                <a:ext cx="5541498" cy="5032375"/>
              </a:xfrm>
            </p:spPr>
            <p:txBody>
              <a:bodyPr>
                <a:normAutofit/>
              </a:bodyPr>
              <a:lstStyle/>
              <a:p>
                <a:pPr>
                  <a:lnSpc>
                    <a:spcPct val="170000"/>
                  </a:lnSpc>
                </a:pPr>
                <a:r>
                  <a:rPr lang="en-US" sz="1400" dirty="0"/>
                  <a:t>Let the system (in this case, the DC motor) be represented as a black box model shown before. The input to the motor is Voltage </a:t>
                </a:r>
                <a14:m>
                  <m:oMath xmlns:m="http://schemas.openxmlformats.org/officeDocument/2006/math">
                    <m:r>
                      <a:rPr lang="en-GB" sz="1400" b="0" i="0" smtClean="0">
                        <a:latin typeface="Cambria Math" panose="02040503050406030204" pitchFamily="18" charset="0"/>
                      </a:rPr>
                      <m:t>(</m:t>
                    </m:r>
                    <m:r>
                      <a:rPr lang="en-US" sz="1400" b="0" i="1" smtClean="0">
                        <a:latin typeface="Cambria Math" panose="02040503050406030204" pitchFamily="18" charset="0"/>
                      </a:rPr>
                      <m:t>𝑉</m:t>
                    </m:r>
                    <m:r>
                      <a:rPr lang="en-GB" sz="1400" b="0" i="1" smtClean="0">
                        <a:latin typeface="Cambria Math" panose="02040503050406030204" pitchFamily="18" charset="0"/>
                      </a:rPr>
                      <m:t>)</m:t>
                    </m:r>
                  </m:oMath>
                </a14:m>
                <a:r>
                  <a:rPr lang="en-US" sz="1400" dirty="0"/>
                  <a:t> and the output is the angular speed </a:t>
                </a:r>
                <a14:m>
                  <m:oMath xmlns:m="http://schemas.openxmlformats.org/officeDocument/2006/math">
                    <m:r>
                      <a:rPr lang="en-GB" sz="1400" b="0" i="0" smtClean="0">
                        <a:latin typeface="Cambria Math" panose="02040503050406030204" pitchFamily="18" charset="0"/>
                      </a:rPr>
                      <m:t>(</m:t>
                    </m:r>
                    <m:r>
                      <a:rPr lang="en-US" sz="1400" b="0" i="1" smtClean="0">
                        <a:latin typeface="Cambria Math" panose="02040503050406030204" pitchFamily="18" charset="0"/>
                      </a:rPr>
                      <m:t>𝜔</m:t>
                    </m:r>
                    <m:r>
                      <a:rPr lang="en-GB" sz="1400" b="0" i="1" smtClean="0">
                        <a:latin typeface="Cambria Math" panose="02040503050406030204" pitchFamily="18" charset="0"/>
                      </a:rPr>
                      <m:t>)</m:t>
                    </m:r>
                  </m:oMath>
                </a14:m>
                <a:r>
                  <a:rPr lang="en-US" sz="1400" dirty="0"/>
                  <a:t>.</a:t>
                </a:r>
              </a:p>
              <a:p>
                <a:pPr>
                  <a:lnSpc>
                    <a:spcPct val="170000"/>
                  </a:lnSpc>
                </a:pPr>
                <a:r>
                  <a:rPr lang="en-US" sz="1400" dirty="0"/>
                  <a:t>As stated before, to be controlled by a microcontroller (MCU), a Motor Driver is required to increase the power of the MCU outputs, allowing it to change direction and regulate the speed.</a:t>
                </a:r>
              </a:p>
              <a:p>
                <a:pPr>
                  <a:lnSpc>
                    <a:spcPct val="170000"/>
                  </a:lnSpc>
                </a:pPr>
                <a:r>
                  <a:rPr lang="en-US" sz="1400" dirty="0"/>
                  <a:t>The motor driver is then controlled by the MCU using digital signals and a PWM signal described previously.</a:t>
                </a:r>
              </a:p>
              <a:p>
                <a:pPr>
                  <a:lnSpc>
                    <a:spcPct val="170000"/>
                  </a:lnSpc>
                </a:pPr>
                <a:r>
                  <a:rPr lang="en-US" sz="1400" dirty="0"/>
                  <a:t>In this case, it can be said that the MCU acts as a “translator”, transforming the input </a:t>
                </a:r>
                <a14:m>
                  <m:oMath xmlns:m="http://schemas.openxmlformats.org/officeDocument/2006/math">
                    <m:r>
                      <a:rPr lang="en-GB" sz="1400" b="0" i="1" smtClean="0">
                        <a:latin typeface="Cambria Math" panose="02040503050406030204" pitchFamily="18" charset="0"/>
                      </a:rPr>
                      <m:t>𝑢</m:t>
                    </m:r>
                    <m:d>
                      <m:dPr>
                        <m:ctrlPr>
                          <a:rPr lang="en-GB" sz="1400" b="0" i="1" smtClean="0">
                            <a:latin typeface="Cambria Math" panose="02040503050406030204" pitchFamily="18" charset="0"/>
                          </a:rPr>
                        </m:ctrlPr>
                      </m:dPr>
                      <m:e>
                        <m:r>
                          <a:rPr lang="en-GB" sz="1400" b="0" i="1" smtClean="0">
                            <a:latin typeface="Cambria Math" panose="02040503050406030204" pitchFamily="18" charset="0"/>
                          </a:rPr>
                          <m:t>𝑡</m:t>
                        </m:r>
                      </m:e>
                    </m:d>
                    <m:r>
                      <a:rPr lang="en-GB" sz="1400" b="0" i="1" smtClean="0">
                        <a:latin typeface="Cambria Math" panose="02040503050406030204" pitchFamily="18" charset="0"/>
                      </a:rPr>
                      <m:t>∈[0,1]</m:t>
                    </m:r>
                  </m:oMath>
                </a14:m>
                <a:r>
                  <a:rPr lang="en-US" sz="1400" dirty="0"/>
                  <a:t> to PWM signal.</a:t>
                </a:r>
              </a:p>
            </p:txBody>
          </p:sp>
        </mc:Choice>
        <mc:Fallback xmlns="">
          <p:sp>
            <p:nvSpPr>
              <p:cNvPr id="2" name="Content Placeholder 1">
                <a:extLst>
                  <a:ext uri="{FF2B5EF4-FFF2-40B4-BE49-F238E27FC236}">
                    <a16:creationId xmlns:a16="http://schemas.microsoft.com/office/drawing/2014/main" id="{F6E76800-61A7-AE13-862C-BE7983E00627}"/>
                  </a:ext>
                </a:extLst>
              </p:cNvPr>
              <p:cNvSpPr>
                <a:spLocks noGrp="1" noRot="1" noChangeAspect="1" noMove="1" noResize="1" noEditPoints="1" noAdjustHandles="1" noChangeArrowheads="1" noChangeShapeType="1" noTextEdit="1"/>
              </p:cNvSpPr>
              <p:nvPr>
                <p:ph sz="half" idx="1"/>
              </p:nvPr>
            </p:nvSpPr>
            <p:spPr>
              <a:xfrm>
                <a:off x="469473" y="1565648"/>
                <a:ext cx="5541498" cy="5032375"/>
              </a:xfrm>
              <a:blipFill>
                <a:blip r:embed="rId2"/>
                <a:stretch>
                  <a:fillRect l="-110"/>
                </a:stretch>
              </a:blipFill>
            </p:spPr>
            <p:txBody>
              <a:bodyPr/>
              <a:lstStyle/>
              <a:p>
                <a:r>
                  <a:rPr lang="en-GB">
                    <a:noFill/>
                  </a:rPr>
                  <a:t> </a:t>
                </a:r>
              </a:p>
            </p:txBody>
          </p:sp>
        </mc:Fallback>
      </mc:AlternateContent>
      <p:sp>
        <p:nvSpPr>
          <p:cNvPr id="4" name="Title 3">
            <a:extLst>
              <a:ext uri="{FF2B5EF4-FFF2-40B4-BE49-F238E27FC236}">
                <a16:creationId xmlns:a16="http://schemas.microsoft.com/office/drawing/2014/main" id="{9DAC521F-F6B8-CC89-3B87-F9379BB3AF15}"/>
              </a:ext>
            </a:extLst>
          </p:cNvPr>
          <p:cNvSpPr>
            <a:spLocks noGrp="1"/>
          </p:cNvSpPr>
          <p:nvPr>
            <p:ph type="title"/>
          </p:nvPr>
        </p:nvSpPr>
        <p:spPr/>
        <p:txBody>
          <a:bodyPr/>
          <a:lstStyle/>
          <a:p>
            <a:r>
              <a:rPr lang="en-GB" dirty="0"/>
              <a:t>Problem Statement</a:t>
            </a:r>
          </a:p>
        </p:txBody>
      </p:sp>
      <p:grpSp>
        <p:nvGrpSpPr>
          <p:cNvPr id="18" name="Group 17">
            <a:extLst>
              <a:ext uri="{FF2B5EF4-FFF2-40B4-BE49-F238E27FC236}">
                <a16:creationId xmlns:a16="http://schemas.microsoft.com/office/drawing/2014/main" id="{ED82A87A-1342-3455-6E46-1BF4AAFF2A54}"/>
              </a:ext>
            </a:extLst>
          </p:cNvPr>
          <p:cNvGrpSpPr/>
          <p:nvPr/>
        </p:nvGrpSpPr>
        <p:grpSpPr>
          <a:xfrm>
            <a:off x="7817974" y="2010799"/>
            <a:ext cx="2777458" cy="1180550"/>
            <a:chOff x="7861308" y="1701310"/>
            <a:chExt cx="2777458" cy="1180550"/>
          </a:xfrm>
        </p:grpSpPr>
        <p:sp>
          <p:nvSpPr>
            <p:cNvPr id="8" name="TextBox 7">
              <a:extLst>
                <a:ext uri="{FF2B5EF4-FFF2-40B4-BE49-F238E27FC236}">
                  <a16:creationId xmlns:a16="http://schemas.microsoft.com/office/drawing/2014/main" id="{D83B8ECE-6A22-0F18-1B25-882D7A4F9AC3}"/>
                </a:ext>
              </a:extLst>
            </p:cNvPr>
            <p:cNvSpPr txBox="1"/>
            <p:nvPr/>
          </p:nvSpPr>
          <p:spPr>
            <a:xfrm>
              <a:off x="8526427" y="1701310"/>
              <a:ext cx="1360552" cy="307777"/>
            </a:xfrm>
            <a:prstGeom prst="rect">
              <a:avLst/>
            </a:prstGeom>
            <a:noFill/>
          </p:spPr>
          <p:txBody>
            <a:bodyPr wrap="square">
              <a:spAutoFit/>
            </a:bodyPr>
            <a:lstStyle/>
            <a:p>
              <a:pPr algn="ctr"/>
              <a:r>
                <a:rPr lang="en-GB" sz="1400" b="1" i="1" dirty="0">
                  <a:solidFill>
                    <a:schemeClr val="bg2">
                      <a:lumMod val="50000"/>
                    </a:schemeClr>
                  </a:solidFill>
                  <a:latin typeface="Nexa-Bold" panose="01000000000000000000" pitchFamily="2" charset="0"/>
                </a:rPr>
                <a:t>DC Motor</a:t>
              </a:r>
            </a:p>
          </p:txBody>
        </p:sp>
        <p:sp>
          <p:nvSpPr>
            <p:cNvPr id="9" name="Rectangle: Rounded Corners 8">
              <a:extLst>
                <a:ext uri="{FF2B5EF4-FFF2-40B4-BE49-F238E27FC236}">
                  <a16:creationId xmlns:a16="http://schemas.microsoft.com/office/drawing/2014/main" id="{F453B8B7-300F-EAF0-7923-A0894A5AE2EC}"/>
                </a:ext>
              </a:extLst>
            </p:cNvPr>
            <p:cNvSpPr/>
            <p:nvPr/>
          </p:nvSpPr>
          <p:spPr>
            <a:xfrm>
              <a:off x="8360883" y="2057948"/>
              <a:ext cx="1691640" cy="823912"/>
            </a:xfrm>
            <a:prstGeom prst="roundRect">
              <a:avLst/>
            </a:prstGeom>
            <a:noFill/>
            <a:ln w="57150">
              <a:solidFill>
                <a:srgbClr val="00B0F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dirty="0">
                <a:solidFill>
                  <a:schemeClr val="bg2">
                    <a:lumMod val="50000"/>
                  </a:schemeClr>
                </a:solidFill>
                <a:latin typeface="Nexa-Bold" panose="01000000000000000000" pitchFamily="2" charset="0"/>
              </a:endParaRPr>
            </a:p>
          </p:txBody>
        </p:sp>
        <p:pic>
          <p:nvPicPr>
            <p:cNvPr id="10" name="Picture 8" descr="Electric Motor Icon Images, Stock Photos &amp;amp; Vectors | Shutterstock">
              <a:extLst>
                <a:ext uri="{FF2B5EF4-FFF2-40B4-BE49-F238E27FC236}">
                  <a16:creationId xmlns:a16="http://schemas.microsoft.com/office/drawing/2014/main" id="{FA75E208-A8D8-03BC-BD9C-395B4A2D9B3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758" t="11429" r="15509" b="20772"/>
            <a:stretch/>
          </p:blipFill>
          <p:spPr bwMode="auto">
            <a:xfrm flipH="1">
              <a:off x="8755288" y="2155670"/>
              <a:ext cx="902830" cy="625612"/>
            </a:xfrm>
            <a:prstGeom prst="rect">
              <a:avLst/>
            </a:prstGeom>
            <a:noFill/>
            <a:ln>
              <a:noFill/>
              <a:prstDash val="solid"/>
            </a:ln>
            <a:extLst>
              <a:ext uri="{909E8E84-426E-40DD-AFC4-6F175D3DCCD1}">
                <a14:hiddenFill xmlns:a14="http://schemas.microsoft.com/office/drawing/2010/main">
                  <a:solidFill>
                    <a:srgbClr val="FFFFFF"/>
                  </a:solidFill>
                </a14:hiddenFill>
              </a:ext>
            </a:extLst>
          </p:spPr>
        </p:pic>
        <p:cxnSp>
          <p:nvCxnSpPr>
            <p:cNvPr id="11" name="Straight Arrow Connector 10">
              <a:extLst>
                <a:ext uri="{FF2B5EF4-FFF2-40B4-BE49-F238E27FC236}">
                  <a16:creationId xmlns:a16="http://schemas.microsoft.com/office/drawing/2014/main" id="{8F473DA4-4657-E19A-90AC-17C447265CB9}"/>
                </a:ext>
              </a:extLst>
            </p:cNvPr>
            <p:cNvCxnSpPr>
              <a:cxnSpLocks/>
              <a:endCxn id="9" idx="1"/>
            </p:cNvCxnSpPr>
            <p:nvPr/>
          </p:nvCxnSpPr>
          <p:spPr>
            <a:xfrm flipV="1">
              <a:off x="7863310" y="2469904"/>
              <a:ext cx="497573" cy="1428"/>
            </a:xfrm>
            <a:prstGeom prst="straightConnector1">
              <a:avLst/>
            </a:prstGeom>
            <a:ln w="38100">
              <a:headEnd type="none" w="med" len="med"/>
              <a:tailEnd type="arrow" w="med" len="med"/>
            </a:ln>
          </p:spPr>
          <p:style>
            <a:lnRef idx="3">
              <a:schemeClr val="accent3"/>
            </a:lnRef>
            <a:fillRef idx="0">
              <a:schemeClr val="accent3"/>
            </a:fillRef>
            <a:effectRef idx="2">
              <a:schemeClr val="accent3"/>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4FE34D61-9633-6726-A985-CCCDB4B91544}"/>
                    </a:ext>
                  </a:extLst>
                </p:cNvPr>
                <p:cNvSpPr txBox="1"/>
                <p:nvPr/>
              </p:nvSpPr>
              <p:spPr>
                <a:xfrm>
                  <a:off x="9968184" y="2026488"/>
                  <a:ext cx="645937" cy="369332"/>
                </a:xfrm>
                <a:prstGeom prst="rect">
                  <a:avLst/>
                </a:prstGeom>
                <a:noFill/>
              </p:spPr>
              <p:txBody>
                <a:bodyPr wrap="square">
                  <a:spAutoFit/>
                </a:bodyPr>
                <a:lstStyle/>
                <a:p>
                  <a:pPr/>
                  <a14:m>
                    <m:oMathPara xmlns:m="http://schemas.openxmlformats.org/officeDocument/2006/math">
                      <m:oMath>
                        <m:r>
                          <a:rPr lang="en-US" sz="1800" i="1" smtClean="0">
                            <a:solidFill>
                              <a:schemeClr val="bg1">
                                <a:lumMod val="50000"/>
                              </a:schemeClr>
                            </a:solidFill>
                            <a:latin typeface="Cambria Math" panose="02040503050406030204" pitchFamily="18" charset="0"/>
                            <a:cs typeface="Times New Roman" panose="02020603050405020304" pitchFamily="18" charset="0"/>
                          </a:rPr>
                          <m:t>𝜔</m:t>
                        </m:r>
                      </m:oMath>
                    </m:oMathPara>
                  </a14:m>
                  <a:endParaRPr lang="en-GB" dirty="0">
                    <a:solidFill>
                      <a:schemeClr val="bg1">
                        <a:lumMod val="50000"/>
                      </a:schemeClr>
                    </a:solidFill>
                  </a:endParaRPr>
                </a:p>
              </p:txBody>
            </p:sp>
          </mc:Choice>
          <mc:Fallback xmlns="">
            <p:sp>
              <p:nvSpPr>
                <p:cNvPr id="12" name="TextBox 11">
                  <a:extLst>
                    <a:ext uri="{FF2B5EF4-FFF2-40B4-BE49-F238E27FC236}">
                      <a16:creationId xmlns:a16="http://schemas.microsoft.com/office/drawing/2014/main" id="{4FE34D61-9633-6726-A985-CCCDB4B91544}"/>
                    </a:ext>
                  </a:extLst>
                </p:cNvPr>
                <p:cNvSpPr txBox="1">
                  <a:spLocks noRot="1" noChangeAspect="1" noMove="1" noResize="1" noEditPoints="1" noAdjustHandles="1" noChangeArrowheads="1" noChangeShapeType="1" noTextEdit="1"/>
                </p:cNvSpPr>
                <p:nvPr/>
              </p:nvSpPr>
              <p:spPr>
                <a:xfrm>
                  <a:off x="9968184" y="2026488"/>
                  <a:ext cx="645937" cy="369332"/>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3C2B707A-A9AC-9146-6987-F170E47A3D89}"/>
                    </a:ext>
                  </a:extLst>
                </p:cNvPr>
                <p:cNvSpPr txBox="1"/>
                <p:nvPr/>
              </p:nvSpPr>
              <p:spPr>
                <a:xfrm>
                  <a:off x="7861308" y="2057266"/>
                  <a:ext cx="384791" cy="307777"/>
                </a:xfrm>
                <a:prstGeom prst="rect">
                  <a:avLst/>
                </a:prstGeom>
                <a:noFill/>
              </p:spPr>
              <p:txBody>
                <a:bodyPr wrap="square">
                  <a:spAutoFit/>
                </a:bodyPr>
                <a:lstStyle/>
                <a:p>
                  <a:pPr/>
                  <a14:m>
                    <m:oMathPara xmlns:m="http://schemas.openxmlformats.org/officeDocument/2006/math">
                      <m:oMath>
                        <m:r>
                          <a:rPr lang="en-US" sz="1400" b="0" i="1" smtClean="0">
                            <a:solidFill>
                              <a:schemeClr val="bg1">
                                <a:lumMod val="50000"/>
                              </a:schemeClr>
                            </a:solidFill>
                            <a:latin typeface="Cambria Math" panose="02040503050406030204" pitchFamily="18" charset="0"/>
                            <a:cs typeface="Times New Roman" panose="02020603050405020304" pitchFamily="18" charset="0"/>
                          </a:rPr>
                          <m:t>𝑉</m:t>
                        </m:r>
                      </m:oMath>
                    </m:oMathPara>
                  </a14:m>
                  <a:endParaRPr lang="en-GB" dirty="0"/>
                </a:p>
              </p:txBody>
            </p:sp>
          </mc:Choice>
          <mc:Fallback xmlns="">
            <p:sp>
              <p:nvSpPr>
                <p:cNvPr id="13" name="TextBox 12">
                  <a:extLst>
                    <a:ext uri="{FF2B5EF4-FFF2-40B4-BE49-F238E27FC236}">
                      <a16:creationId xmlns:a16="http://schemas.microsoft.com/office/drawing/2014/main" id="{3C2B707A-A9AC-9146-6987-F170E47A3D89}"/>
                    </a:ext>
                  </a:extLst>
                </p:cNvPr>
                <p:cNvSpPr txBox="1">
                  <a:spLocks noRot="1" noChangeAspect="1" noMove="1" noResize="1" noEditPoints="1" noAdjustHandles="1" noChangeArrowheads="1" noChangeShapeType="1" noTextEdit="1"/>
                </p:cNvSpPr>
                <p:nvPr/>
              </p:nvSpPr>
              <p:spPr>
                <a:xfrm>
                  <a:off x="7861308" y="2057266"/>
                  <a:ext cx="384791" cy="307777"/>
                </a:xfrm>
                <a:prstGeom prst="rect">
                  <a:avLst/>
                </a:prstGeom>
                <a:blipFill>
                  <a:blip r:embed="rId5"/>
                  <a:stretch>
                    <a:fillRect/>
                  </a:stretch>
                </a:blipFill>
              </p:spPr>
              <p:txBody>
                <a:bodyPr/>
                <a:lstStyle/>
                <a:p>
                  <a:r>
                    <a:rPr lang="en-GB">
                      <a:noFill/>
                    </a:rPr>
                    <a:t> </a:t>
                  </a:r>
                </a:p>
              </p:txBody>
            </p:sp>
          </mc:Fallback>
        </mc:AlternateContent>
        <p:cxnSp>
          <p:nvCxnSpPr>
            <p:cNvPr id="14" name="Straight Arrow Connector 13">
              <a:extLst>
                <a:ext uri="{FF2B5EF4-FFF2-40B4-BE49-F238E27FC236}">
                  <a16:creationId xmlns:a16="http://schemas.microsoft.com/office/drawing/2014/main" id="{B485D7C2-5402-5057-EE8C-47D83E896595}"/>
                </a:ext>
              </a:extLst>
            </p:cNvPr>
            <p:cNvCxnSpPr>
              <a:cxnSpLocks/>
              <a:stCxn id="9" idx="3"/>
            </p:cNvCxnSpPr>
            <p:nvPr/>
          </p:nvCxnSpPr>
          <p:spPr>
            <a:xfrm>
              <a:off x="10052523" y="2469904"/>
              <a:ext cx="586243" cy="0"/>
            </a:xfrm>
            <a:prstGeom prst="straightConnector1">
              <a:avLst/>
            </a:prstGeom>
            <a:ln w="38100">
              <a:headEnd type="none" w="med" len="med"/>
              <a:tailEnd type="arrow" w="med" len="med"/>
            </a:ln>
          </p:spPr>
          <p:style>
            <a:lnRef idx="3">
              <a:schemeClr val="accent3"/>
            </a:lnRef>
            <a:fillRef idx="0">
              <a:schemeClr val="accent3"/>
            </a:fillRef>
            <a:effectRef idx="2">
              <a:schemeClr val="accent3"/>
            </a:effectRef>
            <a:fontRef idx="minor">
              <a:schemeClr val="tx1"/>
            </a:fontRef>
          </p:style>
        </p:cxnSp>
      </p:grpSp>
      <p:pic>
        <p:nvPicPr>
          <p:cNvPr id="17" name="Content Placeholder 16">
            <a:extLst>
              <a:ext uri="{FF2B5EF4-FFF2-40B4-BE49-F238E27FC236}">
                <a16:creationId xmlns:a16="http://schemas.microsoft.com/office/drawing/2014/main" id="{F2BC7C99-09DC-7518-EE6C-D374128CBCA0}"/>
              </a:ext>
            </a:extLst>
          </p:cNvPr>
          <p:cNvPicPr>
            <a:picLocks noGrp="1" noChangeAspect="1"/>
          </p:cNvPicPr>
          <p:nvPr>
            <p:ph sz="half" idx="2"/>
          </p:nvPr>
        </p:nvPicPr>
        <p:blipFill>
          <a:blip r:embed="rId6"/>
          <a:stretch>
            <a:fillRect/>
          </a:stretch>
        </p:blipFill>
        <p:spPr>
          <a:xfrm>
            <a:off x="6572569" y="4524440"/>
            <a:ext cx="5181600" cy="1033141"/>
          </a:xfrm>
          <a:prstGeom prst="rect">
            <a:avLst/>
          </a:prstGeom>
        </p:spPr>
      </p:pic>
      <p:sp>
        <p:nvSpPr>
          <p:cNvPr id="5" name="TextBox 4">
            <a:extLst>
              <a:ext uri="{FF2B5EF4-FFF2-40B4-BE49-F238E27FC236}">
                <a16:creationId xmlns:a16="http://schemas.microsoft.com/office/drawing/2014/main" id="{185D54F0-C1E0-4E75-A253-E1096A8B934E}"/>
              </a:ext>
            </a:extLst>
          </p:cNvPr>
          <p:cNvSpPr txBox="1"/>
          <p:nvPr/>
        </p:nvSpPr>
        <p:spPr>
          <a:xfrm>
            <a:off x="6010971" y="5743106"/>
            <a:ext cx="6096000" cy="991938"/>
          </a:xfrm>
          <a:prstGeom prst="rect">
            <a:avLst/>
          </a:prstGeom>
          <a:noFill/>
        </p:spPr>
        <p:txBody>
          <a:bodyPr wrap="square">
            <a:spAutoFit/>
          </a:bodyPr>
          <a:lstStyle/>
          <a:p>
            <a:pPr lvl="1">
              <a:lnSpc>
                <a:spcPct val="170000"/>
              </a:lnSpc>
            </a:pPr>
            <a:r>
              <a:rPr lang="en-US" sz="1200" dirty="0">
                <a:solidFill>
                  <a:schemeClr val="bg2">
                    <a:lumMod val="50000"/>
                  </a:schemeClr>
                </a:solidFill>
                <a:latin typeface="Nexa-Light" panose="01000000000000000000" pitchFamily="2" charset="0"/>
              </a:rPr>
              <a:t>**Please note that the MCU has enough computational power to perform other things simultaneously, such as control, reading other sensors, etc., NOT only reading encoders.</a:t>
            </a:r>
          </a:p>
        </p:txBody>
      </p:sp>
    </p:spTree>
    <p:extLst>
      <p:ext uri="{BB962C8B-B14F-4D97-AF65-F5344CB8AC3E}">
        <p14:creationId xmlns:p14="http://schemas.microsoft.com/office/powerpoint/2010/main" val="20255869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F6E76800-61A7-AE13-862C-BE7983E00627}"/>
                  </a:ext>
                </a:extLst>
              </p:cNvPr>
              <p:cNvSpPr>
                <a:spLocks noGrp="1"/>
              </p:cNvSpPr>
              <p:nvPr>
                <p:ph sz="half" idx="1"/>
              </p:nvPr>
            </p:nvSpPr>
            <p:spPr>
              <a:xfrm>
                <a:off x="152604" y="1484587"/>
                <a:ext cx="5541498" cy="5032375"/>
              </a:xfrm>
            </p:spPr>
            <p:txBody>
              <a:bodyPr>
                <a:normAutofit fontScale="92500" lnSpcReduction="20000"/>
              </a:bodyPr>
              <a:lstStyle/>
              <a:p>
                <a:pPr>
                  <a:lnSpc>
                    <a:spcPct val="170000"/>
                  </a:lnSpc>
                </a:pPr>
                <a:r>
                  <a:rPr lang="en-US" sz="1400" dirty="0"/>
                  <a:t>Let a value </a:t>
                </a:r>
                <a14:m>
                  <m:oMath xmlns:m="http://schemas.openxmlformats.org/officeDocument/2006/math">
                    <m:r>
                      <a:rPr lang="en-US" sz="1400" i="1" dirty="0" smtClean="0">
                        <a:latin typeface="Cambria Math" panose="02040503050406030204" pitchFamily="18" charset="0"/>
                      </a:rPr>
                      <m:t>𝑢</m:t>
                    </m:r>
                    <m:d>
                      <m:dPr>
                        <m:ctrlPr>
                          <a:rPr lang="en-US" sz="1400" i="1" dirty="0" smtClean="0">
                            <a:latin typeface="Cambria Math" panose="02040503050406030204" pitchFamily="18" charset="0"/>
                          </a:rPr>
                        </m:ctrlPr>
                      </m:dPr>
                      <m:e>
                        <m:r>
                          <a:rPr lang="en-US" sz="1400" i="1" dirty="0" smtClean="0">
                            <a:latin typeface="Cambria Math" panose="02040503050406030204" pitchFamily="18" charset="0"/>
                          </a:rPr>
                          <m:t>𝑡</m:t>
                        </m:r>
                      </m:e>
                    </m:d>
                    <m:r>
                      <a:rPr lang="en-US" sz="1400" b="0" i="1" dirty="0" smtClean="0">
                        <a:latin typeface="Cambria Math" panose="02040503050406030204" pitchFamily="18" charset="0"/>
                      </a:rPr>
                      <m:t>=0.5</m:t>
                    </m:r>
                  </m:oMath>
                </a14:m>
                <a:r>
                  <a:rPr lang="en-US" sz="1400" dirty="0"/>
                  <a:t> to be the input to the system (step input).</a:t>
                </a:r>
              </a:p>
              <a:p>
                <a:pPr lvl="1">
                  <a:lnSpc>
                    <a:spcPct val="170000"/>
                  </a:lnSpc>
                </a:pPr>
                <a:r>
                  <a:rPr lang="en-US" sz="1000" dirty="0"/>
                  <a:t>Note: This experiment was performed with a MCR2 DC Motor; for other motor types, the response can differ.</a:t>
                </a:r>
              </a:p>
              <a:p>
                <a:pPr>
                  <a:lnSpc>
                    <a:spcPct val="170000"/>
                  </a:lnSpc>
                </a:pPr>
                <a:r>
                  <a:rPr lang="en-US" sz="1400" dirty="0"/>
                  <a:t>It can be observed that the output of the tends to a steady state and resembles a first/second order system without delay. For simplicity we will use a first order system of the form </a:t>
                </a:r>
              </a:p>
              <a:p>
                <a:pPr marL="0" indent="0" algn="ctr">
                  <a:lnSpc>
                    <a:spcPct val="170000"/>
                  </a:lnSpc>
                  <a:buNone/>
                </a:pPr>
                <a14:m>
                  <m:oMathPara xmlns:m="http://schemas.openxmlformats.org/officeDocument/2006/math">
                    <m:oMath>
                      <m:r>
                        <a:rPr lang="en-US" sz="1400" b="0" i="1" smtClean="0">
                          <a:latin typeface="Cambria Math" panose="02040503050406030204" pitchFamily="18" charset="0"/>
                        </a:rPr>
                        <m:t>𝐺</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𝑠</m:t>
                          </m:r>
                        </m:e>
                      </m:d>
                      <m:r>
                        <a:rPr lang="en-US" sz="1400" b="0" i="1" smtClean="0">
                          <a:latin typeface="Cambria Math" panose="02040503050406030204" pitchFamily="18" charset="0"/>
                        </a:rPr>
                        <m:t>=</m:t>
                      </m: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𝐾</m:t>
                          </m:r>
                        </m:num>
                        <m:den>
                          <m:r>
                            <a:rPr lang="en-US" sz="1400" b="0" i="1" smtClean="0">
                              <a:latin typeface="Cambria Math" panose="02040503050406030204" pitchFamily="18" charset="0"/>
                            </a:rPr>
                            <m:t>𝜏</m:t>
                          </m:r>
                          <m:r>
                            <a:rPr lang="en-US" sz="1400" b="0" i="1" smtClean="0">
                              <a:latin typeface="Cambria Math" panose="02040503050406030204" pitchFamily="18" charset="0"/>
                            </a:rPr>
                            <m:t>𝑠</m:t>
                          </m:r>
                          <m:r>
                            <a:rPr lang="en-US" sz="1400" b="0" i="1" smtClean="0">
                              <a:latin typeface="Cambria Math" panose="02040503050406030204" pitchFamily="18" charset="0"/>
                            </a:rPr>
                            <m:t>+1</m:t>
                          </m:r>
                        </m:den>
                      </m:f>
                    </m:oMath>
                  </m:oMathPara>
                </a14:m>
                <a:endParaRPr lang="en-US" sz="1000" dirty="0"/>
              </a:p>
              <a:p>
                <a:pPr>
                  <a:lnSpc>
                    <a:spcPct val="170000"/>
                  </a:lnSpc>
                </a:pPr>
                <a:r>
                  <a:rPr lang="en-US" sz="1400" dirty="0"/>
                  <a:t>The figure shows the output velocity to be   </a:t>
                </a:r>
                <a14:m>
                  <m:oMath xmlns:m="http://schemas.openxmlformats.org/officeDocument/2006/math">
                    <m:r>
                      <a:rPr lang="en-US" sz="1400" b="0" i="1" smtClean="0">
                        <a:latin typeface="Cambria Math" panose="02040503050406030204" pitchFamily="18" charset="0"/>
                      </a:rPr>
                      <m:t>6.6</m:t>
                    </m: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𝑟𝑎𝑑</m:t>
                        </m:r>
                      </m:num>
                      <m:den>
                        <m:r>
                          <a:rPr lang="en-US" sz="1400" b="0" i="1" smtClean="0">
                            <a:latin typeface="Cambria Math" panose="02040503050406030204" pitchFamily="18" charset="0"/>
                          </a:rPr>
                          <m:t>𝑠</m:t>
                        </m:r>
                      </m:den>
                    </m:f>
                  </m:oMath>
                </a14:m>
                <a:r>
                  <a:rPr lang="en-US" sz="1400" dirty="0"/>
                  <a:t>. Making the gain </a:t>
                </a:r>
                <a14:m>
                  <m:oMath xmlns:m="http://schemas.openxmlformats.org/officeDocument/2006/math">
                    <m:r>
                      <a:rPr lang="en-US" sz="1400" b="0" i="1" smtClean="0">
                        <a:latin typeface="Cambria Math" panose="02040503050406030204" pitchFamily="18" charset="0"/>
                      </a:rPr>
                      <m:t>𝐾</m:t>
                    </m:r>
                    <m:r>
                      <a:rPr lang="en-US" sz="1400" b="0" i="1" smtClean="0">
                        <a:latin typeface="Cambria Math" panose="02040503050406030204" pitchFamily="18" charset="0"/>
                      </a:rPr>
                      <m:t> </m:t>
                    </m:r>
                  </m:oMath>
                </a14:m>
                <a:r>
                  <a:rPr lang="en-US" sz="1400" dirty="0"/>
                  <a:t>of the system to be </a:t>
                </a:r>
                <a14:m>
                  <m:oMath xmlns:m="http://schemas.openxmlformats.org/officeDocument/2006/math">
                    <m:r>
                      <a:rPr lang="en-US" sz="1400" i="1">
                        <a:latin typeface="Cambria Math" panose="02040503050406030204" pitchFamily="18" charset="0"/>
                      </a:rPr>
                      <m:t>𝐾</m:t>
                    </m:r>
                    <m:r>
                      <a:rPr lang="en-US" sz="1400" i="1">
                        <a:latin typeface="Cambria Math" panose="02040503050406030204" pitchFamily="18" charset="0"/>
                      </a:rPr>
                      <m:t>=</m:t>
                    </m:r>
                    <m:f>
                      <m:fPr>
                        <m:ctrlPr>
                          <a:rPr lang="en-US" sz="1400" b="0" i="0" smtClean="0">
                            <a:latin typeface="Cambria Math" panose="02040503050406030204" pitchFamily="18" charset="0"/>
                          </a:rPr>
                        </m:ctrlPr>
                      </m:fPr>
                      <m:num>
                        <m:r>
                          <m:rPr>
                            <m:sty m:val="p"/>
                          </m:rPr>
                          <a:rPr lang="en-US" sz="1400" b="0" i="0" smtClean="0">
                            <a:latin typeface="Cambria Math" panose="02040503050406030204" pitchFamily="18" charset="0"/>
                          </a:rPr>
                          <m:t>Δ</m:t>
                        </m:r>
                        <m:r>
                          <a:rPr lang="en-US" sz="1400" b="0" i="1" smtClean="0">
                            <a:latin typeface="Cambria Math" panose="02040503050406030204" pitchFamily="18" charset="0"/>
                          </a:rPr>
                          <m:t>𝜔</m:t>
                        </m:r>
                      </m:num>
                      <m:den>
                        <m:r>
                          <m:rPr>
                            <m:sty m:val="p"/>
                          </m:rPr>
                          <a:rPr lang="en-US" sz="1400" b="0" i="0" smtClean="0">
                            <a:latin typeface="Cambria Math" panose="02040503050406030204" pitchFamily="18" charset="0"/>
                          </a:rPr>
                          <m:t>Δ</m:t>
                        </m:r>
                        <m:r>
                          <a:rPr lang="en-US" sz="1400" b="0" i="1" smtClean="0">
                            <a:latin typeface="Cambria Math" panose="02040503050406030204" pitchFamily="18" charset="0"/>
                          </a:rPr>
                          <m:t>𝑢</m:t>
                        </m:r>
                      </m:den>
                    </m:f>
                    <m:r>
                      <a:rPr lang="en-US" sz="1400" b="0" i="1" smtClean="0">
                        <a:latin typeface="Cambria Math" panose="02040503050406030204" pitchFamily="18" charset="0"/>
                      </a:rPr>
                      <m:t>=</m:t>
                    </m:r>
                    <m:r>
                      <a:rPr lang="en-US" sz="1400" i="1">
                        <a:latin typeface="Cambria Math" panose="02040503050406030204" pitchFamily="18" charset="0"/>
                      </a:rPr>
                      <m:t>13.2</m:t>
                    </m:r>
                  </m:oMath>
                </a14:m>
                <a:r>
                  <a:rPr lang="en-US" sz="1400" dirty="0"/>
                  <a:t>. </a:t>
                </a:r>
              </a:p>
              <a:p>
                <a:pPr>
                  <a:lnSpc>
                    <a:spcPct val="170000"/>
                  </a:lnSpc>
                </a:pPr>
                <a:r>
                  <a:rPr lang="en-US" sz="1400" dirty="0"/>
                  <a:t>The parameter </a:t>
                </a:r>
                <a14:m>
                  <m:oMath xmlns:m="http://schemas.openxmlformats.org/officeDocument/2006/math">
                    <m:r>
                      <a:rPr lang="en-US" sz="1600" b="0" i="1" smtClean="0">
                        <a:latin typeface="Cambria Math" panose="02040503050406030204" pitchFamily="18" charset="0"/>
                      </a:rPr>
                      <m:t>𝜏</m:t>
                    </m:r>
                  </m:oMath>
                </a14:m>
                <a:r>
                  <a:rPr lang="en-US" sz="1400" dirty="0"/>
                  <a:t> (since this is a system without offset and no delay), is obtained by measuring the time when the 63.21% of the total output change (</a:t>
                </a:r>
                <a14:m>
                  <m:oMath xmlns:m="http://schemas.openxmlformats.org/officeDocument/2006/math">
                    <m:r>
                      <m:rPr>
                        <m:sty m:val="p"/>
                      </m:rPr>
                      <a:rPr lang="en-US" sz="1400" b="0" i="0" smtClean="0">
                        <a:latin typeface="Cambria Math" panose="02040503050406030204" pitchFamily="18" charset="0"/>
                      </a:rPr>
                      <m:t>Δ</m:t>
                    </m:r>
                    <m:r>
                      <a:rPr lang="en-US" sz="1400" b="0" i="1" smtClean="0">
                        <a:latin typeface="Cambria Math" panose="02040503050406030204" pitchFamily="18" charset="0"/>
                      </a:rPr>
                      <m:t>𝜔</m:t>
                    </m:r>
                  </m:oMath>
                </a14:m>
                <a:r>
                  <a:rPr lang="en-US" sz="1400" dirty="0"/>
                  <a:t>) is present i.e., </a:t>
                </a:r>
                <a14:m>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𝜏</m:t>
                        </m:r>
                        <m:r>
                          <a:rPr lang="en-US" sz="1400" b="0" i="1" smtClean="0">
                            <a:latin typeface="Cambria Math" panose="02040503050406030204" pitchFamily="18" charset="0"/>
                          </a:rPr>
                          <m:t>=</m:t>
                        </m:r>
                        <m:r>
                          <a:rPr lang="en-US" sz="1400" b="0" i="1" smtClean="0">
                            <a:latin typeface="Cambria Math" panose="02040503050406030204" pitchFamily="18" charset="0"/>
                          </a:rPr>
                          <m:t>𝑡</m:t>
                        </m:r>
                      </m:e>
                      <m:sub>
                        <m:r>
                          <a:rPr lang="en-US" sz="1400" b="0" i="1" smtClean="0">
                            <a:latin typeface="Cambria Math" panose="02040503050406030204" pitchFamily="18" charset="0"/>
                          </a:rPr>
                          <m:t>(0.6321⋅</m:t>
                        </m:r>
                        <m:r>
                          <m:rPr>
                            <m:sty m:val="p"/>
                          </m:rPr>
                          <a:rPr lang="en-US" sz="1400" b="0" i="0" smtClean="0">
                            <a:latin typeface="Cambria Math" panose="02040503050406030204" pitchFamily="18" charset="0"/>
                          </a:rPr>
                          <m:t>Δ</m:t>
                        </m:r>
                        <m:r>
                          <a:rPr lang="en-US" sz="1400" b="0" i="1" smtClean="0">
                            <a:latin typeface="Cambria Math" panose="02040503050406030204" pitchFamily="18" charset="0"/>
                          </a:rPr>
                          <m:t>𝜔</m:t>
                        </m:r>
                        <m:r>
                          <a:rPr lang="en-US" sz="1400" b="0" i="1" smtClean="0">
                            <a:latin typeface="Cambria Math" panose="02040503050406030204" pitchFamily="18" charset="0"/>
                          </a:rPr>
                          <m:t>)</m:t>
                        </m:r>
                      </m:sub>
                    </m:sSub>
                  </m:oMath>
                </a14:m>
                <a:r>
                  <a:rPr lang="en-US" sz="1400" dirty="0"/>
                  <a:t>. For this system, the </a:t>
                </a:r>
                <a14:m>
                  <m:oMath xmlns:m="http://schemas.openxmlformats.org/officeDocument/2006/math">
                    <m:r>
                      <a:rPr lang="en-US" sz="1400" b="0" i="1" smtClean="0">
                        <a:latin typeface="Cambria Math" panose="02040503050406030204" pitchFamily="18" charset="0"/>
                      </a:rPr>
                      <m:t>𝜏</m:t>
                    </m:r>
                    <m:r>
                      <a:rPr lang="en-US" sz="1400" b="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rPr>
                      <m:t>0.04</m:t>
                    </m:r>
                  </m:oMath>
                </a14:m>
                <a:endParaRPr lang="en-US" sz="1400" dirty="0"/>
              </a:p>
              <a:p>
                <a:pPr>
                  <a:lnSpc>
                    <a:spcPct val="170000"/>
                  </a:lnSpc>
                </a:pPr>
                <a:endParaRPr lang="en-US" sz="1400" dirty="0"/>
              </a:p>
            </p:txBody>
          </p:sp>
        </mc:Choice>
        <mc:Fallback xmlns="">
          <p:sp>
            <p:nvSpPr>
              <p:cNvPr id="2" name="Content Placeholder 1">
                <a:extLst>
                  <a:ext uri="{FF2B5EF4-FFF2-40B4-BE49-F238E27FC236}">
                    <a16:creationId xmlns:a16="http://schemas.microsoft.com/office/drawing/2014/main" id="{F6E76800-61A7-AE13-862C-BE7983E00627}"/>
                  </a:ext>
                </a:extLst>
              </p:cNvPr>
              <p:cNvSpPr>
                <a:spLocks noGrp="1" noRot="1" noChangeAspect="1" noMove="1" noResize="1" noEditPoints="1" noAdjustHandles="1" noChangeArrowheads="1" noChangeShapeType="1" noTextEdit="1"/>
              </p:cNvSpPr>
              <p:nvPr>
                <p:ph sz="half" idx="1"/>
              </p:nvPr>
            </p:nvSpPr>
            <p:spPr>
              <a:xfrm>
                <a:off x="152604" y="1484587"/>
                <a:ext cx="5541498" cy="5032375"/>
              </a:xfrm>
              <a:blipFill>
                <a:blip r:embed="rId2"/>
                <a:stretch>
                  <a:fillRect r="-990"/>
                </a:stretch>
              </a:blipFill>
            </p:spPr>
            <p:txBody>
              <a:bodyPr/>
              <a:lstStyle/>
              <a:p>
                <a:r>
                  <a:rPr lang="en-GB">
                    <a:noFill/>
                  </a:rPr>
                  <a:t> </a:t>
                </a:r>
              </a:p>
            </p:txBody>
          </p:sp>
        </mc:Fallback>
      </mc:AlternateContent>
      <p:sp>
        <p:nvSpPr>
          <p:cNvPr id="4" name="Title 3">
            <a:extLst>
              <a:ext uri="{FF2B5EF4-FFF2-40B4-BE49-F238E27FC236}">
                <a16:creationId xmlns:a16="http://schemas.microsoft.com/office/drawing/2014/main" id="{9DAC521F-F6B8-CC89-3B87-F9379BB3AF15}"/>
              </a:ext>
            </a:extLst>
          </p:cNvPr>
          <p:cNvSpPr>
            <a:spLocks noGrp="1"/>
          </p:cNvSpPr>
          <p:nvPr>
            <p:ph type="title"/>
          </p:nvPr>
        </p:nvSpPr>
        <p:spPr/>
        <p:txBody>
          <a:bodyPr/>
          <a:lstStyle/>
          <a:p>
            <a:r>
              <a:rPr lang="en-GB" dirty="0"/>
              <a:t>Problem Statement</a:t>
            </a:r>
          </a:p>
        </p:txBody>
      </p:sp>
      <p:pic>
        <p:nvPicPr>
          <p:cNvPr id="14" name="Content Placeholder 13">
            <a:extLst>
              <a:ext uri="{FF2B5EF4-FFF2-40B4-BE49-F238E27FC236}">
                <a16:creationId xmlns:a16="http://schemas.microsoft.com/office/drawing/2014/main" id="{0505D4CD-76AD-E2BF-BB72-D8CDAF7DCE03}"/>
              </a:ext>
            </a:extLst>
          </p:cNvPr>
          <p:cNvPicPr>
            <a:picLocks noGrp="1" noChangeAspect="1"/>
          </p:cNvPicPr>
          <p:nvPr>
            <p:ph sz="half" idx="2"/>
          </p:nvPr>
        </p:nvPicPr>
        <p:blipFill>
          <a:blip r:embed="rId3"/>
          <a:stretch>
            <a:fillRect/>
          </a:stretch>
        </p:blipFill>
        <p:spPr>
          <a:xfrm>
            <a:off x="6497900" y="1446302"/>
            <a:ext cx="4958740" cy="5209596"/>
          </a:xfrm>
          <a:prstGeom prst="rect">
            <a:avLst/>
          </a:prstGeom>
        </p:spPr>
      </p:pic>
    </p:spTree>
    <p:extLst>
      <p:ext uri="{BB962C8B-B14F-4D97-AF65-F5344CB8AC3E}">
        <p14:creationId xmlns:p14="http://schemas.microsoft.com/office/powerpoint/2010/main" val="8055359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D24B6DE1-6E00-B5A9-4E83-486FBE1EB274}"/>
                  </a:ext>
                </a:extLst>
              </p:cNvPr>
              <p:cNvSpPr>
                <a:spLocks noGrp="1"/>
              </p:cNvSpPr>
              <p:nvPr>
                <p:ph sz="half" idx="1"/>
              </p:nvPr>
            </p:nvSpPr>
            <p:spPr>
              <a:xfrm>
                <a:off x="44549" y="1697609"/>
                <a:ext cx="5181600" cy="4786190"/>
              </a:xfrm>
            </p:spPr>
            <p:txBody>
              <a:bodyPr>
                <a:normAutofit lnSpcReduction="10000"/>
              </a:bodyPr>
              <a:lstStyle/>
              <a:p>
                <a:pPr>
                  <a:lnSpc>
                    <a:spcPct val="170000"/>
                  </a:lnSpc>
                </a:pPr>
                <a:r>
                  <a:rPr lang="en-US" sz="1600" dirty="0"/>
                  <a:t>Knowing the system’s </a:t>
                </a:r>
                <a:r>
                  <a:rPr lang="en-US" sz="1600" dirty="0" err="1"/>
                  <a:t>behaviour</a:t>
                </a:r>
                <a:r>
                  <a:rPr lang="en-US" sz="1600" dirty="0"/>
                  <a:t>, a question arises. Can we use the input </a:t>
                </a:r>
                <a14:m>
                  <m:oMath xmlns:m="http://schemas.openxmlformats.org/officeDocument/2006/math">
                    <m:r>
                      <a:rPr lang="en-GB" sz="1600" b="0" i="1" smtClean="0">
                        <a:latin typeface="Cambria Math" panose="02040503050406030204" pitchFamily="18" charset="0"/>
                      </a:rPr>
                      <m:t>𝑢</m:t>
                    </m:r>
                    <m:r>
                      <a:rPr lang="en-GB" sz="1600" b="0" i="1" smtClean="0">
                        <a:latin typeface="Cambria Math" panose="02040503050406030204" pitchFamily="18" charset="0"/>
                      </a:rPr>
                      <m:t>(</m:t>
                    </m:r>
                    <m:r>
                      <a:rPr lang="en-GB" sz="1600" b="0" i="1" smtClean="0">
                        <a:latin typeface="Cambria Math" panose="02040503050406030204" pitchFamily="18" charset="0"/>
                      </a:rPr>
                      <m:t>𝑡</m:t>
                    </m:r>
                    <m:r>
                      <a:rPr lang="en-GB" sz="1600" b="0" i="1" smtClean="0">
                        <a:latin typeface="Cambria Math" panose="02040503050406030204" pitchFamily="18" charset="0"/>
                      </a:rPr>
                      <m:t>)</m:t>
                    </m:r>
                  </m:oMath>
                </a14:m>
                <a:r>
                  <a:rPr lang="en-US" sz="1600" dirty="0"/>
                  <a:t>, and output (</a:t>
                </a:r>
                <a14:m>
                  <m:oMath xmlns:m="http://schemas.openxmlformats.org/officeDocument/2006/math">
                    <m:r>
                      <a:rPr lang="en-GB" sz="1600" b="0" i="1" smtClean="0">
                        <a:latin typeface="Cambria Math" panose="02040503050406030204" pitchFamily="18" charset="0"/>
                      </a:rPr>
                      <m:t>𝜔</m:t>
                    </m:r>
                    <m:r>
                      <a:rPr lang="en-GB" sz="1600" b="0" i="1" smtClean="0">
                        <a:latin typeface="Cambria Math" panose="02040503050406030204" pitchFamily="18" charset="0"/>
                      </a:rPr>
                      <m:t>(</m:t>
                    </m:r>
                    <m:r>
                      <a:rPr lang="en-GB" sz="1600" b="0" i="1" smtClean="0">
                        <a:latin typeface="Cambria Math" panose="02040503050406030204" pitchFamily="18" charset="0"/>
                      </a:rPr>
                      <m:t>𝑡</m:t>
                    </m:r>
                    <m:r>
                      <a:rPr lang="en-GB" sz="1600" b="0" i="1" smtClean="0">
                        <a:latin typeface="Cambria Math" panose="02040503050406030204" pitchFamily="18" charset="0"/>
                      </a:rPr>
                      <m:t>)</m:t>
                    </m:r>
                  </m:oMath>
                </a14:m>
                <a:r>
                  <a:rPr lang="en-US" sz="1600" dirty="0"/>
                  <a:t>)  information to drive the motor speed to a desired value (</a:t>
                </a:r>
                <a14:m>
                  <m:oMath xmlns:m="http://schemas.openxmlformats.org/officeDocument/2006/math">
                    <m:sSub>
                      <m:sSubPr>
                        <m:ctrlPr>
                          <a:rPr lang="en-GB" sz="1600" i="1">
                            <a:latin typeface="Cambria Math" panose="02040503050406030204" pitchFamily="18" charset="0"/>
                          </a:rPr>
                        </m:ctrlPr>
                      </m:sSubPr>
                      <m:e>
                        <m:r>
                          <a:rPr lang="en-GB" sz="1600" i="1">
                            <a:latin typeface="Cambria Math" panose="02040503050406030204" pitchFamily="18" charset="0"/>
                          </a:rPr>
                          <m:t>𝜔</m:t>
                        </m:r>
                      </m:e>
                      <m:sub>
                        <m:r>
                          <a:rPr lang="en-GB" sz="1600" i="1">
                            <a:latin typeface="Cambria Math" panose="02040503050406030204" pitchFamily="18" charset="0"/>
                          </a:rPr>
                          <m:t>𝑆𝑃</m:t>
                        </m:r>
                      </m:sub>
                    </m:sSub>
                  </m:oMath>
                </a14:m>
                <a:r>
                  <a:rPr lang="en-US" sz="1600" dirty="0"/>
                  <a:t>)? </a:t>
                </a:r>
              </a:p>
              <a:p>
                <a:pPr>
                  <a:lnSpc>
                    <a:spcPct val="170000"/>
                  </a:lnSpc>
                </a:pPr>
                <a:r>
                  <a:rPr lang="en-US" sz="1600" dirty="0"/>
                  <a:t>In other words, would it be possible that by continuously monitor and compare the output (</a:t>
                </a:r>
                <a14:m>
                  <m:oMath xmlns:m="http://schemas.openxmlformats.org/officeDocument/2006/math">
                    <m:r>
                      <a:rPr lang="en-GB" sz="1600" b="0" i="1" smtClean="0">
                        <a:latin typeface="Cambria Math" panose="02040503050406030204" pitchFamily="18" charset="0"/>
                      </a:rPr>
                      <m:t>𝜔</m:t>
                    </m:r>
                  </m:oMath>
                </a14:m>
                <a:r>
                  <a:rPr lang="en-US" sz="1600" dirty="0"/>
                  <a:t>) to a desired output value (</a:t>
                </a:r>
                <a14:m>
                  <m:oMath xmlns:m="http://schemas.openxmlformats.org/officeDocument/2006/math">
                    <m:sSub>
                      <m:sSubPr>
                        <m:ctrlPr>
                          <a:rPr lang="en-GB" sz="1600" i="1">
                            <a:latin typeface="Cambria Math" panose="02040503050406030204" pitchFamily="18" charset="0"/>
                          </a:rPr>
                        </m:ctrlPr>
                      </m:sSubPr>
                      <m:e>
                        <m:r>
                          <a:rPr lang="en-GB" sz="1600" i="1">
                            <a:latin typeface="Cambria Math" panose="02040503050406030204" pitchFamily="18" charset="0"/>
                          </a:rPr>
                          <m:t>𝜔</m:t>
                        </m:r>
                      </m:e>
                      <m:sub>
                        <m:r>
                          <a:rPr lang="en-GB" sz="1600" b="0" i="1" smtClean="0">
                            <a:latin typeface="Cambria Math" panose="02040503050406030204" pitchFamily="18" charset="0"/>
                          </a:rPr>
                          <m:t>𝑆𝑃</m:t>
                        </m:r>
                      </m:sub>
                    </m:sSub>
                  </m:oMath>
                </a14:m>
                <a:r>
                  <a:rPr lang="en-US" sz="1600" dirty="0"/>
                  <a:t>), use this information to adjust the system’s input (</a:t>
                </a:r>
                <a14:m>
                  <m:oMath xmlns:m="http://schemas.openxmlformats.org/officeDocument/2006/math">
                    <m:r>
                      <a:rPr lang="en-GB" sz="1600" i="1">
                        <a:latin typeface="Cambria Math" panose="02040503050406030204" pitchFamily="18" charset="0"/>
                      </a:rPr>
                      <m:t>𝑢</m:t>
                    </m:r>
                    <m:r>
                      <a:rPr lang="en-GB" sz="1600" i="1">
                        <a:latin typeface="Cambria Math" panose="02040503050406030204" pitchFamily="18" charset="0"/>
                      </a:rPr>
                      <m:t>(</m:t>
                    </m:r>
                    <m:r>
                      <a:rPr lang="en-GB" sz="1600" i="1">
                        <a:latin typeface="Cambria Math" panose="02040503050406030204" pitchFamily="18" charset="0"/>
                      </a:rPr>
                      <m:t>𝑡</m:t>
                    </m:r>
                    <m:r>
                      <a:rPr lang="en-GB" sz="1600" i="1">
                        <a:latin typeface="Cambria Math" panose="02040503050406030204" pitchFamily="18" charset="0"/>
                      </a:rPr>
                      <m:t>)</m:t>
                    </m:r>
                  </m:oMath>
                </a14:m>
                <a:r>
                  <a:rPr lang="en-US" sz="1600" dirty="0"/>
                  <a:t>) to drive the motor to the desired speed?</a:t>
                </a:r>
              </a:p>
              <a:p>
                <a:pPr>
                  <a:lnSpc>
                    <a:spcPct val="170000"/>
                  </a:lnSpc>
                </a:pPr>
                <a:r>
                  <a:rPr lang="en-US" sz="1600" dirty="0"/>
                  <a:t>The answer: YES!</a:t>
                </a:r>
              </a:p>
              <a:p>
                <a:pPr marL="0" indent="0">
                  <a:lnSpc>
                    <a:spcPct val="170000"/>
                  </a:lnSpc>
                  <a:buNone/>
                </a:pPr>
                <a:r>
                  <a:rPr lang="en-US" sz="1600" dirty="0"/>
                  <a:t>This is called closed loop control.</a:t>
                </a:r>
              </a:p>
              <a:p>
                <a:endParaRPr lang="en-GB" dirty="0"/>
              </a:p>
            </p:txBody>
          </p:sp>
        </mc:Choice>
        <mc:Fallback xmlns="">
          <p:sp>
            <p:nvSpPr>
              <p:cNvPr id="2" name="Content Placeholder 1">
                <a:extLst>
                  <a:ext uri="{FF2B5EF4-FFF2-40B4-BE49-F238E27FC236}">
                    <a16:creationId xmlns:a16="http://schemas.microsoft.com/office/drawing/2014/main" id="{D24B6DE1-6E00-B5A9-4E83-486FBE1EB274}"/>
                  </a:ext>
                </a:extLst>
              </p:cNvPr>
              <p:cNvSpPr>
                <a:spLocks noGrp="1" noRot="1" noChangeAspect="1" noMove="1" noResize="1" noEditPoints="1" noAdjustHandles="1" noChangeArrowheads="1" noChangeShapeType="1" noTextEdit="1"/>
              </p:cNvSpPr>
              <p:nvPr>
                <p:ph sz="half" idx="1"/>
              </p:nvPr>
            </p:nvSpPr>
            <p:spPr>
              <a:xfrm>
                <a:off x="44549" y="1697609"/>
                <a:ext cx="5181600" cy="4786190"/>
              </a:xfrm>
              <a:blipFill>
                <a:blip r:embed="rId2"/>
                <a:stretch>
                  <a:fillRect l="-588" r="-471" b="-127"/>
                </a:stretch>
              </a:blipFill>
            </p:spPr>
            <p:txBody>
              <a:bodyPr/>
              <a:lstStyle/>
              <a:p>
                <a:r>
                  <a:rPr lang="en-GB">
                    <a:noFill/>
                  </a:rPr>
                  <a:t> </a:t>
                </a:r>
              </a:p>
            </p:txBody>
          </p:sp>
        </mc:Fallback>
      </mc:AlternateContent>
      <p:sp>
        <p:nvSpPr>
          <p:cNvPr id="4" name="Title 3">
            <a:extLst>
              <a:ext uri="{FF2B5EF4-FFF2-40B4-BE49-F238E27FC236}">
                <a16:creationId xmlns:a16="http://schemas.microsoft.com/office/drawing/2014/main" id="{8BCCC96B-78B4-D86D-DBAC-F8E9E2EA337F}"/>
              </a:ext>
            </a:extLst>
          </p:cNvPr>
          <p:cNvSpPr>
            <a:spLocks noGrp="1"/>
          </p:cNvSpPr>
          <p:nvPr>
            <p:ph type="title"/>
          </p:nvPr>
        </p:nvSpPr>
        <p:spPr/>
        <p:txBody>
          <a:bodyPr/>
          <a:lstStyle/>
          <a:p>
            <a:r>
              <a:rPr lang="en-US" dirty="0"/>
              <a:t>Problem Statement</a:t>
            </a:r>
            <a:endParaRPr lang="en-GB" dirty="0"/>
          </a:p>
        </p:txBody>
      </p:sp>
      <p:pic>
        <p:nvPicPr>
          <p:cNvPr id="16" name="Content Placeholder 15">
            <a:extLst>
              <a:ext uri="{FF2B5EF4-FFF2-40B4-BE49-F238E27FC236}">
                <a16:creationId xmlns:a16="http://schemas.microsoft.com/office/drawing/2014/main" id="{4FDA390B-174D-6E1D-6FCE-FF2A1382DE76}"/>
              </a:ext>
            </a:extLst>
          </p:cNvPr>
          <p:cNvPicPr>
            <a:picLocks noGrp="1" noChangeAspect="1"/>
          </p:cNvPicPr>
          <p:nvPr>
            <p:ph sz="half" idx="2"/>
          </p:nvPr>
        </p:nvPicPr>
        <p:blipFill>
          <a:blip r:embed="rId3"/>
          <a:stretch>
            <a:fillRect/>
          </a:stretch>
        </p:blipFill>
        <p:spPr>
          <a:xfrm>
            <a:off x="4745736" y="3157256"/>
            <a:ext cx="7562938" cy="1325562"/>
          </a:xfrm>
          <a:prstGeom prst="rect">
            <a:avLst/>
          </a:prstGeom>
        </p:spPr>
      </p:pic>
    </p:spTree>
    <p:extLst>
      <p:ext uri="{BB962C8B-B14F-4D97-AF65-F5344CB8AC3E}">
        <p14:creationId xmlns:p14="http://schemas.microsoft.com/office/powerpoint/2010/main" val="10628578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24B6DE1-6E00-B5A9-4E83-486FBE1EB274}"/>
              </a:ext>
            </a:extLst>
          </p:cNvPr>
          <p:cNvSpPr>
            <a:spLocks noGrp="1"/>
          </p:cNvSpPr>
          <p:nvPr>
            <p:ph sz="half" idx="1"/>
          </p:nvPr>
        </p:nvSpPr>
        <p:spPr>
          <a:xfrm>
            <a:off x="303629" y="1825625"/>
            <a:ext cx="5181600" cy="4786190"/>
          </a:xfrm>
        </p:spPr>
        <p:txBody>
          <a:bodyPr>
            <a:normAutofit fontScale="55000" lnSpcReduction="20000"/>
          </a:bodyPr>
          <a:lstStyle/>
          <a:p>
            <a:pPr marL="0" indent="0">
              <a:lnSpc>
                <a:spcPct val="170000"/>
              </a:lnSpc>
              <a:buNone/>
            </a:pPr>
            <a:r>
              <a:rPr lang="en-GB" sz="2800" b="1" i="0" dirty="0">
                <a:effectLst/>
                <a:latin typeface="Nexa-Bold" panose="01000000000000000000" pitchFamily="2" charset="0"/>
              </a:rPr>
              <a:t>Introduction</a:t>
            </a:r>
            <a:endParaRPr lang="en-GB" dirty="0"/>
          </a:p>
          <a:p>
            <a:pPr>
              <a:lnSpc>
                <a:spcPct val="170000"/>
              </a:lnSpc>
            </a:pPr>
            <a:r>
              <a:rPr lang="en-GB" dirty="0"/>
              <a:t>Closed-loop control systems are widely used in various fields, including engineering, manufacturing, robotics, and automation. </a:t>
            </a:r>
          </a:p>
          <a:p>
            <a:pPr>
              <a:lnSpc>
                <a:spcPct val="170000"/>
              </a:lnSpc>
            </a:pPr>
            <a:r>
              <a:rPr lang="en-GB" dirty="0"/>
              <a:t>They offer the advantage of being able to respond to changes and disturbances in the system, allowing for improved accuracy, stability, and adaptability. </a:t>
            </a:r>
          </a:p>
          <a:p>
            <a:pPr>
              <a:lnSpc>
                <a:spcPct val="170000"/>
              </a:lnSpc>
            </a:pPr>
            <a:r>
              <a:rPr lang="en-GB" dirty="0"/>
              <a:t>By continuously adjusting the control inputs based on real-time information, closed-loop control systems can maintain desired performance and minimize the effects of external factors that could impact the system's behaviour</a:t>
            </a:r>
          </a:p>
        </p:txBody>
      </p:sp>
      <p:sp>
        <p:nvSpPr>
          <p:cNvPr id="4" name="Title 3">
            <a:extLst>
              <a:ext uri="{FF2B5EF4-FFF2-40B4-BE49-F238E27FC236}">
                <a16:creationId xmlns:a16="http://schemas.microsoft.com/office/drawing/2014/main" id="{8BCCC96B-78B4-D86D-DBAC-F8E9E2EA337F}"/>
              </a:ext>
            </a:extLst>
          </p:cNvPr>
          <p:cNvSpPr>
            <a:spLocks noGrp="1"/>
          </p:cNvSpPr>
          <p:nvPr>
            <p:ph type="title"/>
          </p:nvPr>
        </p:nvSpPr>
        <p:spPr/>
        <p:txBody>
          <a:bodyPr/>
          <a:lstStyle/>
          <a:p>
            <a:r>
              <a:rPr lang="en-GB" dirty="0"/>
              <a:t>Closed Loop Control</a:t>
            </a:r>
          </a:p>
        </p:txBody>
      </p:sp>
      <p:pic>
        <p:nvPicPr>
          <p:cNvPr id="6" name="Content Placeholder 5">
            <a:extLst>
              <a:ext uri="{FF2B5EF4-FFF2-40B4-BE49-F238E27FC236}">
                <a16:creationId xmlns:a16="http://schemas.microsoft.com/office/drawing/2014/main" id="{A1B4D1C5-F2AC-F3E2-360D-D587ED98C9CD}"/>
              </a:ext>
            </a:extLst>
          </p:cNvPr>
          <p:cNvPicPr>
            <a:picLocks noGrp="1" noChangeAspect="1"/>
          </p:cNvPicPr>
          <p:nvPr>
            <p:ph sz="half" idx="2"/>
          </p:nvPr>
        </p:nvPicPr>
        <p:blipFill>
          <a:blip r:embed="rId2"/>
          <a:stretch>
            <a:fillRect/>
          </a:stretch>
        </p:blipFill>
        <p:spPr>
          <a:xfrm>
            <a:off x="5759594" y="2741841"/>
            <a:ext cx="6325040" cy="2953757"/>
          </a:xfrm>
          <a:prstGeom prst="rect">
            <a:avLst/>
          </a:prstGeom>
        </p:spPr>
      </p:pic>
    </p:spTree>
    <p:extLst>
      <p:ext uri="{BB962C8B-B14F-4D97-AF65-F5344CB8AC3E}">
        <p14:creationId xmlns:p14="http://schemas.microsoft.com/office/powerpoint/2010/main" val="14766742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863793C-5345-7043-2F7C-FEFA2E99ECED}"/>
              </a:ext>
            </a:extLst>
          </p:cNvPr>
          <p:cNvSpPr>
            <a:spLocks noGrp="1"/>
          </p:cNvSpPr>
          <p:nvPr>
            <p:ph sz="half" idx="1"/>
          </p:nvPr>
        </p:nvSpPr>
        <p:spPr/>
        <p:txBody>
          <a:bodyPr>
            <a:normAutofit fontScale="92500" lnSpcReduction="10000"/>
          </a:bodyPr>
          <a:lstStyle/>
          <a:p>
            <a:pPr marL="0" indent="0">
              <a:buNone/>
            </a:pPr>
            <a:r>
              <a:rPr lang="en-GB" sz="2000" b="1" i="0" dirty="0">
                <a:effectLst/>
                <a:latin typeface="Nexa-Bold" panose="01000000000000000000" pitchFamily="2" charset="0"/>
              </a:rPr>
              <a:t>Introduction</a:t>
            </a:r>
          </a:p>
          <a:p>
            <a:pPr>
              <a:lnSpc>
                <a:spcPct val="170000"/>
              </a:lnSpc>
            </a:pPr>
            <a:r>
              <a:rPr lang="en-GB" sz="1400" dirty="0"/>
              <a:t>In robotics, DC motors are at the heart of countless devices and applications, where precise speed control is crucial.</a:t>
            </a:r>
          </a:p>
          <a:p>
            <a:pPr>
              <a:lnSpc>
                <a:spcPct val="170000"/>
              </a:lnSpc>
            </a:pPr>
            <a:r>
              <a:rPr lang="en-GB" sz="1400" dirty="0"/>
              <a:t>In fields like engineering and science, control often refers to the manipulation of variables to maintain stability or desired behaviour in a system. </a:t>
            </a:r>
          </a:p>
          <a:p>
            <a:pPr>
              <a:lnSpc>
                <a:spcPct val="170000"/>
              </a:lnSpc>
            </a:pPr>
            <a:r>
              <a:rPr lang="en-GB" sz="1400" dirty="0"/>
              <a:t>Control systems use feedback loops to adjust variables based on input, helping maintain a specific state or achieve a particular goal.</a:t>
            </a:r>
          </a:p>
          <a:p>
            <a:pPr>
              <a:lnSpc>
                <a:spcPct val="170000"/>
              </a:lnSpc>
            </a:pPr>
            <a:r>
              <a:rPr lang="en-GB" sz="1400" dirty="0"/>
              <a:t>We'll explore how a simple velocity control system can make a significant difference in the performance and efficiency of these motors.</a:t>
            </a:r>
          </a:p>
          <a:p>
            <a:pPr marL="0" indent="0">
              <a:buNone/>
            </a:pPr>
            <a:endParaRPr lang="en-GB" sz="2000" b="1" i="0" dirty="0">
              <a:effectLst/>
              <a:latin typeface="Nexa-Bold" panose="01000000000000000000" pitchFamily="2" charset="0"/>
            </a:endParaRPr>
          </a:p>
          <a:p>
            <a:pPr marL="0" indent="0">
              <a:buNone/>
            </a:pPr>
            <a:endParaRPr lang="en-GB" sz="2000" dirty="0">
              <a:latin typeface="Nexa-Bold" panose="01000000000000000000" pitchFamily="2" charset="0"/>
            </a:endParaRPr>
          </a:p>
        </p:txBody>
      </p:sp>
      <p:pic>
        <p:nvPicPr>
          <p:cNvPr id="5" name="Content Placeholder 4">
            <a:extLst>
              <a:ext uri="{FF2B5EF4-FFF2-40B4-BE49-F238E27FC236}">
                <a16:creationId xmlns:a16="http://schemas.microsoft.com/office/drawing/2014/main" id="{50AAA364-6AAB-0764-26F7-5EF35842722A}"/>
              </a:ext>
            </a:extLst>
          </p:cNvPr>
          <p:cNvPicPr>
            <a:picLocks noGrp="1" noChangeAspect="1"/>
          </p:cNvPicPr>
          <p:nvPr>
            <p:ph sz="half" idx="2"/>
          </p:nvPr>
        </p:nvPicPr>
        <p:blipFill>
          <a:blip r:embed="rId2"/>
          <a:stretch>
            <a:fillRect/>
          </a:stretch>
        </p:blipFill>
        <p:spPr>
          <a:xfrm>
            <a:off x="6172200" y="1974374"/>
            <a:ext cx="5181600" cy="4053839"/>
          </a:xfrm>
          <a:prstGeom prst="rect">
            <a:avLst/>
          </a:prstGeom>
        </p:spPr>
      </p:pic>
      <p:sp>
        <p:nvSpPr>
          <p:cNvPr id="4" name="Title 3">
            <a:extLst>
              <a:ext uri="{FF2B5EF4-FFF2-40B4-BE49-F238E27FC236}">
                <a16:creationId xmlns:a16="http://schemas.microsoft.com/office/drawing/2014/main" id="{7FA44878-6DC6-9775-A95F-778CA4F45443}"/>
              </a:ext>
            </a:extLst>
          </p:cNvPr>
          <p:cNvSpPr>
            <a:spLocks noGrp="1"/>
          </p:cNvSpPr>
          <p:nvPr>
            <p:ph type="title"/>
          </p:nvPr>
        </p:nvSpPr>
        <p:spPr/>
        <p:txBody>
          <a:bodyPr/>
          <a:lstStyle/>
          <a:p>
            <a:r>
              <a:rPr lang="en-GB" dirty="0"/>
              <a:t>DC Motor Speed Control</a:t>
            </a:r>
          </a:p>
        </p:txBody>
      </p:sp>
    </p:spTree>
    <p:extLst>
      <p:ext uri="{BB962C8B-B14F-4D97-AF65-F5344CB8AC3E}">
        <p14:creationId xmlns:p14="http://schemas.microsoft.com/office/powerpoint/2010/main" val="1401806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863793C-5345-7043-2F7C-FEFA2E99ECED}"/>
              </a:ext>
            </a:extLst>
          </p:cNvPr>
          <p:cNvSpPr>
            <a:spLocks noGrp="1"/>
          </p:cNvSpPr>
          <p:nvPr>
            <p:ph sz="half" idx="1"/>
          </p:nvPr>
        </p:nvSpPr>
        <p:spPr/>
        <p:txBody>
          <a:bodyPr>
            <a:normAutofit/>
          </a:bodyPr>
          <a:lstStyle/>
          <a:p>
            <a:pPr marL="0" indent="0">
              <a:buNone/>
            </a:pPr>
            <a:r>
              <a:rPr lang="en-GB" sz="2000" b="1" i="0" dirty="0">
                <a:effectLst/>
                <a:latin typeface="Nexa-Bold" panose="01000000000000000000" pitchFamily="2" charset="0"/>
              </a:rPr>
              <a:t>Simple Velocity Control for a DC Motor</a:t>
            </a:r>
          </a:p>
          <a:p>
            <a:pPr>
              <a:lnSpc>
                <a:spcPct val="150000"/>
              </a:lnSpc>
            </a:pPr>
            <a:r>
              <a:rPr lang="en-GB" sz="1300" dirty="0"/>
              <a:t>One of the most common controllers used for controlling the speed of a DC motor is known as PID control.</a:t>
            </a:r>
          </a:p>
          <a:p>
            <a:pPr lvl="1">
              <a:lnSpc>
                <a:spcPct val="150000"/>
              </a:lnSpc>
            </a:pPr>
            <a:r>
              <a:rPr lang="en-GB" sz="900" dirty="0"/>
              <a:t>Where the “P” stands for proportional, “I” for Integral and “D” for derivative.</a:t>
            </a:r>
          </a:p>
          <a:p>
            <a:pPr lvl="1">
              <a:lnSpc>
                <a:spcPct val="150000"/>
              </a:lnSpc>
            </a:pPr>
            <a:r>
              <a:rPr lang="en-GB" sz="900" dirty="0"/>
              <a:t>The most common combinations of this controller are PI (only proportional and integral), PD (Only proportional and derivative) and PID.</a:t>
            </a:r>
          </a:p>
          <a:p>
            <a:pPr>
              <a:lnSpc>
                <a:spcPct val="150000"/>
              </a:lnSpc>
            </a:pPr>
            <a:r>
              <a:rPr lang="en-GB" sz="1300" dirty="0"/>
              <a:t>This controller is widely used in industry for controlling Motors and other actuators. </a:t>
            </a:r>
          </a:p>
          <a:p>
            <a:pPr>
              <a:lnSpc>
                <a:spcPct val="150000"/>
              </a:lnSpc>
            </a:pPr>
            <a:r>
              <a:rPr lang="en-GB" sz="1300" dirty="0"/>
              <a:t>In mobile robotics, the PID provides a good and accurate velocity control, essential for achieving precise movement in a variety of applications such as moving the wheels of the robot.</a:t>
            </a:r>
          </a:p>
        </p:txBody>
      </p:sp>
      <p:sp>
        <p:nvSpPr>
          <p:cNvPr id="4" name="Title 3">
            <a:extLst>
              <a:ext uri="{FF2B5EF4-FFF2-40B4-BE49-F238E27FC236}">
                <a16:creationId xmlns:a16="http://schemas.microsoft.com/office/drawing/2014/main" id="{7FA44878-6DC6-9775-A95F-778CA4F45443}"/>
              </a:ext>
            </a:extLst>
          </p:cNvPr>
          <p:cNvSpPr>
            <a:spLocks noGrp="1"/>
          </p:cNvSpPr>
          <p:nvPr>
            <p:ph type="title"/>
          </p:nvPr>
        </p:nvSpPr>
        <p:spPr/>
        <p:txBody>
          <a:bodyPr/>
          <a:lstStyle/>
          <a:p>
            <a:r>
              <a:rPr lang="en-GB" dirty="0"/>
              <a:t>DC Motor Speed Control</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8A72C2D8-AD69-25A7-7525-248F6E79DCAF}"/>
                  </a:ext>
                </a:extLst>
              </p:cNvPr>
              <p:cNvSpPr>
                <a:spLocks noGrp="1"/>
              </p:cNvSpPr>
              <p:nvPr>
                <p:ph sz="half" idx="2"/>
              </p:nvPr>
            </p:nvSpPr>
            <p:spPr/>
            <p:txBody>
              <a:bodyPr/>
              <a:lstStyle/>
              <a:p>
                <a:pPr marL="0" indent="0" algn="just">
                  <a:lnSpc>
                    <a:spcPct val="130000"/>
                  </a:lnSpc>
                  <a:buNone/>
                </a:pPr>
                <a:r>
                  <a:rPr lang="en-GB" sz="1200" dirty="0"/>
                  <a:t>The discrete PID controller is the following:</a:t>
                </a:r>
              </a:p>
              <a:p>
                <a:pPr marL="0" indent="0" algn="just">
                  <a:lnSpc>
                    <a:spcPct val="130000"/>
                  </a:lnSpc>
                  <a:buNone/>
                </a:pPr>
                <a14:m>
                  <m:oMathPara xmlns:m="http://schemas.openxmlformats.org/officeDocument/2006/math">
                    <m:oMath>
                      <m:r>
                        <a:rPr lang="en-US" sz="1200" b="0" i="1" smtClean="0">
                          <a:latin typeface="Cambria Math" panose="02040503050406030204" pitchFamily="18" charset="0"/>
                        </a:rPr>
                        <m:t>𝑢</m:t>
                      </m:r>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𝑘</m:t>
                          </m:r>
                        </m:e>
                      </m:d>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𝐾</m:t>
                          </m:r>
                        </m:e>
                        <m:sub>
                          <m:r>
                            <a:rPr lang="en-US" sz="1200" b="0" i="1" smtClean="0">
                              <a:latin typeface="Cambria Math" panose="02040503050406030204" pitchFamily="18" charset="0"/>
                            </a:rPr>
                            <m:t>𝑝</m:t>
                          </m:r>
                        </m:sub>
                      </m:sSub>
                      <m:r>
                        <a:rPr lang="en-US" sz="1200" b="0" i="1" smtClean="0">
                          <a:latin typeface="Cambria Math" panose="02040503050406030204" pitchFamily="18" charset="0"/>
                        </a:rPr>
                        <m:t>𝑒</m:t>
                      </m:r>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𝑘</m:t>
                          </m:r>
                        </m:e>
                      </m:d>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𝐾</m:t>
                          </m:r>
                        </m:e>
                        <m:sub>
                          <m:r>
                            <a:rPr lang="en-US" sz="1200" b="0" i="1" smtClean="0">
                              <a:latin typeface="Cambria Math" panose="02040503050406030204" pitchFamily="18" charset="0"/>
                            </a:rPr>
                            <m:t>𝑖</m:t>
                          </m:r>
                        </m:sub>
                      </m:sSub>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𝑇</m:t>
                          </m:r>
                        </m:e>
                        <m:sub>
                          <m:r>
                            <a:rPr lang="en-US" sz="1200" b="0" i="1" smtClean="0">
                              <a:latin typeface="Cambria Math" panose="02040503050406030204" pitchFamily="18" charset="0"/>
                            </a:rPr>
                            <m:t>𝑠</m:t>
                          </m:r>
                        </m:sub>
                      </m:sSub>
                      <m:nary>
                        <m:naryPr>
                          <m:chr m:val="∑"/>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𝑛</m:t>
                          </m:r>
                          <m:r>
                            <a:rPr lang="en-US" sz="1200" b="0" i="1" smtClean="0">
                              <a:latin typeface="Cambria Math" panose="02040503050406030204" pitchFamily="18" charset="0"/>
                            </a:rPr>
                            <m:t>=0</m:t>
                          </m:r>
                        </m:sub>
                        <m:sup>
                          <m:r>
                            <a:rPr lang="en-US" sz="1200" b="0" i="1" smtClean="0">
                              <a:latin typeface="Cambria Math" panose="02040503050406030204" pitchFamily="18" charset="0"/>
                            </a:rPr>
                            <m:t>𝑘</m:t>
                          </m:r>
                        </m:sup>
                        <m:e>
                          <m:r>
                            <a:rPr lang="en-US" sz="1200" b="0" i="1" smtClean="0">
                              <a:latin typeface="Cambria Math" panose="02040503050406030204" pitchFamily="18" charset="0"/>
                            </a:rPr>
                            <m:t>𝑒</m:t>
                          </m:r>
                          <m:r>
                            <a:rPr lang="en-US" sz="1200" b="0" i="1" smtClean="0">
                              <a:latin typeface="Cambria Math" panose="02040503050406030204" pitchFamily="18" charset="0"/>
                            </a:rPr>
                            <m:t>(</m:t>
                          </m:r>
                          <m:r>
                            <a:rPr lang="en-US" sz="1200" b="0" i="1" smtClean="0">
                              <a:latin typeface="Cambria Math" panose="02040503050406030204" pitchFamily="18" charset="0"/>
                            </a:rPr>
                            <m:t>𝑛</m:t>
                          </m:r>
                          <m:r>
                            <a:rPr lang="en-US" sz="1200" b="0" i="1" smtClean="0">
                              <a:latin typeface="Cambria Math" panose="02040503050406030204" pitchFamily="18" charset="0"/>
                            </a:rPr>
                            <m:t>)</m:t>
                          </m:r>
                        </m:e>
                      </m:nary>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𝐾</m:t>
                          </m:r>
                        </m:e>
                        <m:sub>
                          <m:r>
                            <a:rPr lang="en-US" sz="1200" b="0" i="1" smtClean="0">
                              <a:latin typeface="Cambria Math" panose="02040503050406030204" pitchFamily="18" charset="0"/>
                            </a:rPr>
                            <m:t>𝑑</m:t>
                          </m:r>
                        </m:sub>
                      </m:sSub>
                      <m:f>
                        <m:fPr>
                          <m:ctrlPr>
                            <a:rPr lang="en-US" sz="1200" b="0" i="1" smtClean="0">
                              <a:latin typeface="Cambria Math" panose="02040503050406030204" pitchFamily="18" charset="0"/>
                            </a:rPr>
                          </m:ctrlPr>
                        </m:fPr>
                        <m:num>
                          <m:r>
                            <a:rPr lang="en-US" sz="1200" b="0" i="1" smtClean="0">
                              <a:latin typeface="Cambria Math" panose="02040503050406030204" pitchFamily="18" charset="0"/>
                            </a:rPr>
                            <m:t>𝑒</m:t>
                          </m:r>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𝑘</m:t>
                              </m:r>
                            </m:e>
                          </m:d>
                          <m:r>
                            <a:rPr lang="en-US" sz="1200" b="0" i="1" smtClean="0">
                              <a:latin typeface="Cambria Math" panose="02040503050406030204" pitchFamily="18" charset="0"/>
                            </a:rPr>
                            <m:t>−</m:t>
                          </m:r>
                          <m:r>
                            <a:rPr lang="en-US" sz="1200" b="0" i="1" smtClean="0">
                              <a:latin typeface="Cambria Math" panose="02040503050406030204" pitchFamily="18" charset="0"/>
                            </a:rPr>
                            <m:t>𝑒</m:t>
                          </m:r>
                          <m:r>
                            <a:rPr lang="en-US" sz="1200" b="0" i="1" smtClean="0">
                              <a:latin typeface="Cambria Math" panose="02040503050406030204" pitchFamily="18" charset="0"/>
                            </a:rPr>
                            <m:t>(</m:t>
                          </m:r>
                          <m:r>
                            <a:rPr lang="en-US" sz="1200" b="0" i="1" smtClean="0">
                              <a:latin typeface="Cambria Math" panose="02040503050406030204" pitchFamily="18" charset="0"/>
                            </a:rPr>
                            <m:t>𝑘</m:t>
                          </m:r>
                          <m:r>
                            <a:rPr lang="en-US" sz="1200" b="0" i="1" smtClean="0">
                              <a:latin typeface="Cambria Math" panose="02040503050406030204" pitchFamily="18" charset="0"/>
                            </a:rPr>
                            <m:t>−1)</m:t>
                          </m:r>
                        </m:num>
                        <m:den>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𝑇</m:t>
                              </m:r>
                            </m:e>
                            <m:sub>
                              <m:r>
                                <a:rPr lang="en-US" sz="1200" b="0" i="1" smtClean="0">
                                  <a:latin typeface="Cambria Math" panose="02040503050406030204" pitchFamily="18" charset="0"/>
                                </a:rPr>
                                <m:t>𝑠</m:t>
                              </m:r>
                            </m:sub>
                          </m:sSub>
                        </m:den>
                      </m:f>
                    </m:oMath>
                  </m:oMathPara>
                </a14:m>
                <a:endParaRPr lang="en-GB" sz="1200" dirty="0"/>
              </a:p>
              <a:p>
                <a:pPr marL="0" indent="0">
                  <a:lnSpc>
                    <a:spcPct val="150000"/>
                  </a:lnSpc>
                  <a:buNone/>
                </a:pPr>
                <a:r>
                  <a:rPr lang="en-GB" sz="1200" dirty="0"/>
                  <a:t>where </a:t>
                </a:r>
                <a14:m>
                  <m:oMath xmlns:m="http://schemas.openxmlformats.org/officeDocument/2006/math">
                    <m:r>
                      <a:rPr lang="en-US" sz="1200" b="0" i="1" smtClean="0">
                        <a:latin typeface="Cambria Math" panose="02040503050406030204" pitchFamily="18" charset="0"/>
                      </a:rPr>
                      <m:t>𝑢</m:t>
                    </m:r>
                    <m:r>
                      <a:rPr lang="en-US" sz="1200" b="0" i="1" smtClean="0">
                        <a:latin typeface="Cambria Math" panose="02040503050406030204" pitchFamily="18" charset="0"/>
                      </a:rPr>
                      <m:t>(</m:t>
                    </m:r>
                    <m:r>
                      <a:rPr lang="en-US" sz="1200" b="0" i="1" smtClean="0">
                        <a:latin typeface="Cambria Math" panose="02040503050406030204" pitchFamily="18" charset="0"/>
                      </a:rPr>
                      <m:t>𝑘</m:t>
                    </m:r>
                    <m:r>
                      <a:rPr lang="en-US" sz="1200" b="0" i="1" smtClean="0">
                        <a:latin typeface="Cambria Math" panose="02040503050406030204" pitchFamily="18" charset="0"/>
                      </a:rPr>
                      <m:t>),</m:t>
                    </m:r>
                    <m:r>
                      <a:rPr lang="en-US" sz="1200" i="1">
                        <a:latin typeface="Cambria Math" panose="02040503050406030204" pitchFamily="18" charset="0"/>
                      </a:rPr>
                      <m:t>𝑒</m:t>
                    </m:r>
                    <m:d>
                      <m:dPr>
                        <m:ctrlPr>
                          <a:rPr lang="en-US" sz="1200" i="1">
                            <a:latin typeface="Cambria Math" panose="02040503050406030204" pitchFamily="18" charset="0"/>
                          </a:rPr>
                        </m:ctrlPr>
                      </m:dPr>
                      <m:e>
                        <m:r>
                          <a:rPr lang="en-US" sz="1200" i="1">
                            <a:latin typeface="Cambria Math" panose="02040503050406030204" pitchFamily="18" charset="0"/>
                          </a:rPr>
                          <m:t>𝑘</m:t>
                        </m:r>
                      </m:e>
                    </m:d>
                  </m:oMath>
                </a14:m>
                <a:r>
                  <a:rPr lang="en-GB" sz="1200" dirty="0"/>
                  <a:t> are the controller output and error at time step </a:t>
                </a:r>
                <a14:m>
                  <m:oMath xmlns:m="http://schemas.openxmlformats.org/officeDocument/2006/math">
                    <m:r>
                      <a:rPr lang="en-US" sz="1200" i="1">
                        <a:latin typeface="Cambria Math" panose="02040503050406030204" pitchFamily="18" charset="0"/>
                      </a:rPr>
                      <m:t>𝑘</m:t>
                    </m:r>
                  </m:oMath>
                </a14:m>
                <a:r>
                  <a:rPr lang="en-GB" sz="1200" dirty="0"/>
                  <a:t>, such that time </a:t>
                </a:r>
                <a14:m>
                  <m:oMath xmlns:m="http://schemas.openxmlformats.org/officeDocument/2006/math">
                    <m:r>
                      <a:rPr lang="en-US" sz="1200" b="0" i="1" smtClean="0">
                        <a:latin typeface="Cambria Math" panose="02040503050406030204" pitchFamily="18" charset="0"/>
                      </a:rPr>
                      <m:t>𝑡</m:t>
                    </m:r>
                    <m:r>
                      <a:rPr lang="en-US" sz="1200" b="0" i="1" smtClean="0">
                        <a:latin typeface="Cambria Math" panose="02040503050406030204" pitchFamily="18" charset="0"/>
                      </a:rPr>
                      <m:t>=</m:t>
                    </m:r>
                    <m:r>
                      <a:rPr lang="en-US" sz="1200" b="0" i="1" smtClean="0">
                        <a:latin typeface="Cambria Math" panose="02040503050406030204" pitchFamily="18" charset="0"/>
                      </a:rPr>
                      <m:t>𝑘</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𝑇</m:t>
                        </m:r>
                      </m:e>
                      <m:sub>
                        <m:r>
                          <a:rPr lang="en-US" sz="1200" b="0" i="1" smtClean="0">
                            <a:latin typeface="Cambria Math" panose="02040503050406030204" pitchFamily="18" charset="0"/>
                          </a:rPr>
                          <m:t>𝑠</m:t>
                        </m:r>
                      </m:sub>
                    </m:sSub>
                  </m:oMath>
                </a14:m>
                <a:r>
                  <a:rPr lang="en-GB" sz="1200" dirty="0"/>
                  <a:t> where </a:t>
                </a:r>
                <a14:m>
                  <m:oMath xmlns:m="http://schemas.openxmlformats.org/officeDocument/2006/math">
                    <m:sSub>
                      <m:sSubPr>
                        <m:ctrlPr>
                          <a:rPr lang="en-US" sz="1200" i="1">
                            <a:latin typeface="Cambria Math" panose="02040503050406030204" pitchFamily="18" charset="0"/>
                          </a:rPr>
                        </m:ctrlPr>
                      </m:sSubPr>
                      <m:e>
                        <m:r>
                          <a:rPr lang="en-US" sz="1200" i="1">
                            <a:latin typeface="Cambria Math" panose="02040503050406030204" pitchFamily="18" charset="0"/>
                          </a:rPr>
                          <m:t>𝑇</m:t>
                        </m:r>
                      </m:e>
                      <m:sub>
                        <m:r>
                          <a:rPr lang="en-US" sz="1200" i="1">
                            <a:latin typeface="Cambria Math" panose="02040503050406030204" pitchFamily="18" charset="0"/>
                          </a:rPr>
                          <m:t>𝑠</m:t>
                        </m:r>
                      </m:sub>
                    </m:sSub>
                  </m:oMath>
                </a14:m>
                <a:r>
                  <a:rPr lang="en-GB" sz="1200" dirty="0"/>
                  <a:t> is the sampling time. </a:t>
                </a:r>
                <a14:m>
                  <m:oMath xmlns:m="http://schemas.openxmlformats.org/officeDocument/2006/math">
                    <m:sSub>
                      <m:sSubPr>
                        <m:ctrlPr>
                          <a:rPr lang="en-US" sz="1200" i="1">
                            <a:latin typeface="Cambria Math" panose="02040503050406030204" pitchFamily="18" charset="0"/>
                          </a:rPr>
                        </m:ctrlPr>
                      </m:sSubPr>
                      <m:e>
                        <m:r>
                          <a:rPr lang="en-US" sz="1200" i="1">
                            <a:latin typeface="Cambria Math" panose="02040503050406030204" pitchFamily="18" charset="0"/>
                          </a:rPr>
                          <m:t>𝐾</m:t>
                        </m:r>
                      </m:e>
                      <m:sub>
                        <m:r>
                          <a:rPr lang="en-US" sz="1200" i="1">
                            <a:latin typeface="Cambria Math" panose="02040503050406030204" pitchFamily="18" charset="0"/>
                          </a:rPr>
                          <m:t>𝑝</m:t>
                        </m:r>
                      </m:sub>
                    </m:sSub>
                    <m:r>
                      <a:rPr lang="en-US" sz="1200" b="0" i="1" smtClean="0">
                        <a:latin typeface="Cambria Math" panose="02040503050406030204" pitchFamily="18" charset="0"/>
                      </a:rPr>
                      <m:t>, </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𝐾</m:t>
                        </m:r>
                      </m:e>
                      <m:sub>
                        <m:r>
                          <a:rPr lang="en-US" sz="1200" b="0" i="1" smtClean="0">
                            <a:latin typeface="Cambria Math" panose="02040503050406030204" pitchFamily="18" charset="0"/>
                          </a:rPr>
                          <m:t>𝑖</m:t>
                        </m:r>
                      </m:sub>
                    </m:sSub>
                    <m:r>
                      <a:rPr lang="en-US" sz="1200" b="0" i="1" smtClean="0">
                        <a:latin typeface="Cambria Math" panose="02040503050406030204" pitchFamily="18" charset="0"/>
                      </a:rPr>
                      <m:t>, </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𝐾</m:t>
                        </m:r>
                      </m:e>
                      <m:sub>
                        <m:r>
                          <a:rPr lang="en-US" sz="1200" b="0" i="1" smtClean="0">
                            <a:latin typeface="Cambria Math" panose="02040503050406030204" pitchFamily="18" charset="0"/>
                          </a:rPr>
                          <m:t>𝑑</m:t>
                        </m:r>
                      </m:sub>
                    </m:sSub>
                  </m:oMath>
                </a14:m>
                <a:r>
                  <a:rPr lang="en-GB" sz="1200" dirty="0"/>
                  <a:t> are the proportional, integral and derivative gains, respectively. More information </a:t>
                </a:r>
                <a:r>
                  <a:rPr lang="en-GB" sz="1200" dirty="0">
                    <a:hlinkClick r:id="rId2"/>
                  </a:rPr>
                  <a:t>here</a:t>
                </a:r>
                <a:r>
                  <a:rPr lang="en-GB" sz="1200" dirty="0"/>
                  <a:t>.</a:t>
                </a:r>
              </a:p>
            </p:txBody>
          </p:sp>
        </mc:Choice>
        <mc:Fallback xmlns="">
          <p:sp>
            <p:nvSpPr>
              <p:cNvPr id="6" name="Content Placeholder 5">
                <a:extLst>
                  <a:ext uri="{FF2B5EF4-FFF2-40B4-BE49-F238E27FC236}">
                    <a16:creationId xmlns:a16="http://schemas.microsoft.com/office/drawing/2014/main" id="{8A72C2D8-AD69-25A7-7525-248F6E79DCAF}"/>
                  </a:ext>
                </a:extLst>
              </p:cNvPr>
              <p:cNvSpPr>
                <a:spLocks noGrp="1" noRot="1" noChangeAspect="1" noMove="1" noResize="1" noEditPoints="1" noAdjustHandles="1" noChangeArrowheads="1" noChangeShapeType="1" noTextEdit="1"/>
              </p:cNvSpPr>
              <p:nvPr>
                <p:ph sz="half" idx="2"/>
              </p:nvPr>
            </p:nvSpPr>
            <p:spPr>
              <a:blipFill>
                <a:blip r:embed="rId3"/>
                <a:stretch>
                  <a:fillRect l="-118" r="-471"/>
                </a:stretch>
              </a:blipFill>
            </p:spPr>
            <p:txBody>
              <a:bodyPr/>
              <a:lstStyle/>
              <a:p>
                <a:r>
                  <a:rPr lang="en-GB">
                    <a:noFill/>
                  </a:rPr>
                  <a:t> </a:t>
                </a:r>
              </a:p>
            </p:txBody>
          </p:sp>
        </mc:Fallback>
      </mc:AlternateContent>
    </p:spTree>
    <p:extLst>
      <p:ext uri="{BB962C8B-B14F-4D97-AF65-F5344CB8AC3E}">
        <p14:creationId xmlns:p14="http://schemas.microsoft.com/office/powerpoint/2010/main" val="20469199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863793C-5345-7043-2F7C-FEFA2E99ECED}"/>
              </a:ext>
            </a:extLst>
          </p:cNvPr>
          <p:cNvSpPr>
            <a:spLocks noGrp="1"/>
          </p:cNvSpPr>
          <p:nvPr>
            <p:ph sz="half" idx="1"/>
          </p:nvPr>
        </p:nvSpPr>
        <p:spPr/>
        <p:txBody>
          <a:bodyPr>
            <a:normAutofit/>
          </a:bodyPr>
          <a:lstStyle/>
          <a:p>
            <a:pPr marL="0" indent="0">
              <a:buNone/>
            </a:pPr>
            <a:r>
              <a:rPr lang="en-GB" sz="2000" b="1" i="0" dirty="0">
                <a:effectLst/>
                <a:latin typeface="Nexa-Bold" panose="01000000000000000000" pitchFamily="2" charset="0"/>
              </a:rPr>
              <a:t>Simple Velocity Control for a DC Motor</a:t>
            </a:r>
          </a:p>
          <a:p>
            <a:endParaRPr lang="en-GB" sz="2000" dirty="0">
              <a:latin typeface="Nexa-Bold" panose="01000000000000000000" pitchFamily="2" charset="0"/>
            </a:endParaRPr>
          </a:p>
        </p:txBody>
      </p:sp>
      <p:pic>
        <p:nvPicPr>
          <p:cNvPr id="5" name="Content Placeholder 4">
            <a:extLst>
              <a:ext uri="{FF2B5EF4-FFF2-40B4-BE49-F238E27FC236}">
                <a16:creationId xmlns:a16="http://schemas.microsoft.com/office/drawing/2014/main" id="{15A88B88-8CE5-3A4E-8780-400DB123F5FC}"/>
              </a:ext>
            </a:extLst>
          </p:cNvPr>
          <p:cNvPicPr>
            <a:picLocks noGrp="1" noChangeAspect="1"/>
          </p:cNvPicPr>
          <p:nvPr>
            <p:ph sz="half" idx="2"/>
          </p:nvPr>
        </p:nvPicPr>
        <p:blipFill>
          <a:blip r:embed="rId2"/>
          <a:stretch>
            <a:fillRect/>
          </a:stretch>
        </p:blipFill>
        <p:spPr>
          <a:xfrm>
            <a:off x="1063574" y="2456206"/>
            <a:ext cx="10064851" cy="3090175"/>
          </a:xfrm>
          <a:prstGeom prst="rect">
            <a:avLst/>
          </a:prstGeom>
        </p:spPr>
      </p:pic>
      <p:sp>
        <p:nvSpPr>
          <p:cNvPr id="4" name="Title 3">
            <a:extLst>
              <a:ext uri="{FF2B5EF4-FFF2-40B4-BE49-F238E27FC236}">
                <a16:creationId xmlns:a16="http://schemas.microsoft.com/office/drawing/2014/main" id="{7FA44878-6DC6-9775-A95F-778CA4F45443}"/>
              </a:ext>
            </a:extLst>
          </p:cNvPr>
          <p:cNvSpPr>
            <a:spLocks noGrp="1"/>
          </p:cNvSpPr>
          <p:nvPr>
            <p:ph type="title"/>
          </p:nvPr>
        </p:nvSpPr>
        <p:spPr/>
        <p:txBody>
          <a:bodyPr/>
          <a:lstStyle/>
          <a:p>
            <a:r>
              <a:rPr lang="en-GB" dirty="0"/>
              <a:t>DC Motor Speed Control</a:t>
            </a:r>
          </a:p>
        </p:txBody>
      </p:sp>
    </p:spTree>
    <p:extLst>
      <p:ext uri="{BB962C8B-B14F-4D97-AF65-F5344CB8AC3E}">
        <p14:creationId xmlns:p14="http://schemas.microsoft.com/office/powerpoint/2010/main" val="36970409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012C0B6-F35B-4260-C74F-2A2A5E9D3531}"/>
              </a:ext>
            </a:extLst>
          </p:cNvPr>
          <p:cNvSpPr>
            <a:spLocks noGrp="1"/>
          </p:cNvSpPr>
          <p:nvPr>
            <p:ph sz="half" idx="1"/>
          </p:nvPr>
        </p:nvSpPr>
        <p:spPr>
          <a:xfrm>
            <a:off x="506506" y="1825625"/>
            <a:ext cx="5181600" cy="4351338"/>
          </a:xfrm>
        </p:spPr>
        <p:txBody>
          <a:bodyPr>
            <a:normAutofit fontScale="55000" lnSpcReduction="20000"/>
          </a:bodyPr>
          <a:lstStyle/>
          <a:p>
            <a:pPr>
              <a:lnSpc>
                <a:spcPct val="170000"/>
              </a:lnSpc>
            </a:pPr>
            <a:r>
              <a:rPr lang="en-US" sz="2800" dirty="0"/>
              <a:t>For the real robot, a closed control loop for each of the motors is required, to move the robot and reach the required velocities, set by the user. </a:t>
            </a:r>
          </a:p>
          <a:p>
            <a:pPr>
              <a:lnSpc>
                <a:spcPct val="170000"/>
              </a:lnSpc>
            </a:pPr>
            <a:r>
              <a:rPr lang="en-US" sz="2800" dirty="0"/>
              <a:t>As stated before, for the case of a wheeled mobile robots is a common practice to implement a PID control.</a:t>
            </a:r>
          </a:p>
          <a:p>
            <a:pPr>
              <a:lnSpc>
                <a:spcPct val="170000"/>
              </a:lnSpc>
            </a:pPr>
            <a:r>
              <a:rPr lang="en-US" sz="2800" dirty="0"/>
              <a:t>It can be observed that the inputs and outputs are the same as the one for a single motor..</a:t>
            </a:r>
            <a:endParaRPr lang="en-GB" sz="2800" dirty="0"/>
          </a:p>
          <a:p>
            <a:endParaRPr lang="en-GB" dirty="0"/>
          </a:p>
        </p:txBody>
      </p:sp>
      <p:pic>
        <p:nvPicPr>
          <p:cNvPr id="5" name="Content Placeholder 4">
            <a:extLst>
              <a:ext uri="{FF2B5EF4-FFF2-40B4-BE49-F238E27FC236}">
                <a16:creationId xmlns:a16="http://schemas.microsoft.com/office/drawing/2014/main" id="{19A0D6BF-D64A-E2FB-CFDD-BA08E34D2989}"/>
              </a:ext>
            </a:extLst>
          </p:cNvPr>
          <p:cNvPicPr>
            <a:picLocks noGrp="1" noChangeAspect="1"/>
          </p:cNvPicPr>
          <p:nvPr>
            <p:ph sz="half" idx="2"/>
          </p:nvPr>
        </p:nvPicPr>
        <p:blipFill>
          <a:blip r:embed="rId2"/>
          <a:stretch>
            <a:fillRect/>
          </a:stretch>
        </p:blipFill>
        <p:spPr>
          <a:xfrm>
            <a:off x="6096000" y="2665319"/>
            <a:ext cx="5924965" cy="3014304"/>
          </a:xfrm>
          <a:prstGeom prst="rect">
            <a:avLst/>
          </a:prstGeom>
        </p:spPr>
      </p:pic>
      <p:sp>
        <p:nvSpPr>
          <p:cNvPr id="4" name="Title 3">
            <a:extLst>
              <a:ext uri="{FF2B5EF4-FFF2-40B4-BE49-F238E27FC236}">
                <a16:creationId xmlns:a16="http://schemas.microsoft.com/office/drawing/2014/main" id="{4E79BF49-968C-9C4E-01B8-4689FF42A3BB}"/>
              </a:ext>
            </a:extLst>
          </p:cNvPr>
          <p:cNvSpPr>
            <a:spLocks noGrp="1"/>
          </p:cNvSpPr>
          <p:nvPr>
            <p:ph type="title"/>
          </p:nvPr>
        </p:nvSpPr>
        <p:spPr/>
        <p:txBody>
          <a:bodyPr/>
          <a:lstStyle/>
          <a:p>
            <a:r>
              <a:rPr lang="en-GB" dirty="0"/>
              <a:t>DC Motor Speed Control</a:t>
            </a:r>
          </a:p>
        </p:txBody>
      </p:sp>
    </p:spTree>
    <p:extLst>
      <p:ext uri="{BB962C8B-B14F-4D97-AF65-F5344CB8AC3E}">
        <p14:creationId xmlns:p14="http://schemas.microsoft.com/office/powerpoint/2010/main" val="3776597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CA627-0D1C-23C5-B2EF-B8D22705E828}"/>
              </a:ext>
            </a:extLst>
          </p:cNvPr>
          <p:cNvSpPr>
            <a:spLocks noGrp="1"/>
          </p:cNvSpPr>
          <p:nvPr>
            <p:ph type="ctrTitle"/>
          </p:nvPr>
        </p:nvSpPr>
        <p:spPr/>
        <p:txBody>
          <a:bodyPr/>
          <a:lstStyle/>
          <a:p>
            <a:r>
              <a:rPr lang="en-US" dirty="0"/>
              <a:t>Q&amp;A</a:t>
            </a:r>
            <a:endParaRPr lang="en-GB" dirty="0"/>
          </a:p>
        </p:txBody>
      </p:sp>
      <p:sp>
        <p:nvSpPr>
          <p:cNvPr id="3" name="Subtitle 2">
            <a:extLst>
              <a:ext uri="{FF2B5EF4-FFF2-40B4-BE49-F238E27FC236}">
                <a16:creationId xmlns:a16="http://schemas.microsoft.com/office/drawing/2014/main" id="{DF0BFE6F-410A-0AD8-3FC8-2439C073EE8E}"/>
              </a:ext>
            </a:extLst>
          </p:cNvPr>
          <p:cNvSpPr>
            <a:spLocks noGrp="1"/>
          </p:cNvSpPr>
          <p:nvPr>
            <p:ph type="subTitle" idx="1"/>
          </p:nvPr>
        </p:nvSpPr>
        <p:spPr/>
        <p:txBody>
          <a:bodyPr/>
          <a:lstStyle/>
          <a:p>
            <a:r>
              <a:rPr lang="en-US" dirty="0"/>
              <a:t>Questions?</a:t>
            </a:r>
            <a:endParaRPr lang="en-GB" dirty="0"/>
          </a:p>
        </p:txBody>
      </p:sp>
      <p:pic>
        <p:nvPicPr>
          <p:cNvPr id="5" name="Graphic 4" descr="Questions outline">
            <a:extLst>
              <a:ext uri="{FF2B5EF4-FFF2-40B4-BE49-F238E27FC236}">
                <a16:creationId xmlns:a16="http://schemas.microsoft.com/office/drawing/2014/main" id="{1524C7EC-C075-643C-C99C-FA596579C5D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487024" y="0"/>
            <a:ext cx="1704975" cy="1704975"/>
          </a:xfrm>
          <a:prstGeom prst="rect">
            <a:avLst/>
          </a:prstGeom>
        </p:spPr>
      </p:pic>
      <p:pic>
        <p:nvPicPr>
          <p:cNvPr id="7" name="Graphic 6" descr="Help outline">
            <a:extLst>
              <a:ext uri="{FF2B5EF4-FFF2-40B4-BE49-F238E27FC236}">
                <a16:creationId xmlns:a16="http://schemas.microsoft.com/office/drawing/2014/main" id="{66426D9A-7261-DAF1-2746-E8E68832724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0" y="0"/>
            <a:ext cx="1878826" cy="1878826"/>
          </a:xfrm>
          <a:prstGeom prst="rect">
            <a:avLst/>
          </a:prstGeom>
        </p:spPr>
      </p:pic>
    </p:spTree>
    <p:extLst>
      <p:ext uri="{BB962C8B-B14F-4D97-AF65-F5344CB8AC3E}">
        <p14:creationId xmlns:p14="http://schemas.microsoft.com/office/powerpoint/2010/main" val="2350262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629FE-79C9-0992-747B-CF4F25EC8ECA}"/>
              </a:ext>
            </a:extLst>
          </p:cNvPr>
          <p:cNvSpPr>
            <a:spLocks noGrp="1"/>
          </p:cNvSpPr>
          <p:nvPr>
            <p:ph type="ctrTitle"/>
          </p:nvPr>
        </p:nvSpPr>
        <p:spPr/>
        <p:txBody>
          <a:bodyPr/>
          <a:lstStyle/>
          <a:p>
            <a:r>
              <a:rPr lang="en-GB" dirty="0"/>
              <a:t>Thank you</a:t>
            </a:r>
          </a:p>
        </p:txBody>
      </p:sp>
    </p:spTree>
    <p:extLst>
      <p:ext uri="{BB962C8B-B14F-4D97-AF65-F5344CB8AC3E}">
        <p14:creationId xmlns:p14="http://schemas.microsoft.com/office/powerpoint/2010/main" val="24302863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B8D1C-B2D9-3BC0-72D7-AD9191700AE7}"/>
              </a:ext>
            </a:extLst>
          </p:cNvPr>
          <p:cNvSpPr>
            <a:spLocks noGrp="1"/>
          </p:cNvSpPr>
          <p:nvPr>
            <p:ph type="ctrTitle"/>
          </p:nvPr>
        </p:nvSpPr>
        <p:spPr/>
        <p:txBody>
          <a:bodyPr/>
          <a:lstStyle/>
          <a:p>
            <a:r>
              <a:rPr lang="en-GB" dirty="0"/>
              <a:t>T&amp;C</a:t>
            </a:r>
          </a:p>
        </p:txBody>
      </p:sp>
      <p:sp>
        <p:nvSpPr>
          <p:cNvPr id="3" name="Subtitle 2">
            <a:extLst>
              <a:ext uri="{FF2B5EF4-FFF2-40B4-BE49-F238E27FC236}">
                <a16:creationId xmlns:a16="http://schemas.microsoft.com/office/drawing/2014/main" id="{0DF30728-853D-CB16-E6B8-3F0812CE4D97}"/>
              </a:ext>
            </a:extLst>
          </p:cNvPr>
          <p:cNvSpPr>
            <a:spLocks noGrp="1"/>
          </p:cNvSpPr>
          <p:nvPr>
            <p:ph type="subTitle" idx="1"/>
          </p:nvPr>
        </p:nvSpPr>
        <p:spPr/>
        <p:txBody>
          <a:bodyPr/>
          <a:lstStyle/>
          <a:p>
            <a:r>
              <a:rPr lang="en-GB" dirty="0"/>
              <a:t>Terms and conditions</a:t>
            </a:r>
          </a:p>
        </p:txBody>
      </p:sp>
    </p:spTree>
    <p:extLst>
      <p:ext uri="{BB962C8B-B14F-4D97-AF65-F5344CB8AC3E}">
        <p14:creationId xmlns:p14="http://schemas.microsoft.com/office/powerpoint/2010/main" val="402835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86A80-AE02-89F9-C377-0834733824BA}"/>
              </a:ext>
            </a:extLst>
          </p:cNvPr>
          <p:cNvSpPr>
            <a:spLocks noGrp="1"/>
          </p:cNvSpPr>
          <p:nvPr>
            <p:ph type="title"/>
          </p:nvPr>
        </p:nvSpPr>
        <p:spPr/>
        <p:txBody>
          <a:bodyPr/>
          <a:lstStyle/>
          <a:p>
            <a:r>
              <a:rPr lang="en-GB" dirty="0"/>
              <a:t>Terms and conditions</a:t>
            </a:r>
          </a:p>
        </p:txBody>
      </p:sp>
      <p:sp>
        <p:nvSpPr>
          <p:cNvPr id="3" name="Content Placeholder 2">
            <a:extLst>
              <a:ext uri="{FF2B5EF4-FFF2-40B4-BE49-F238E27FC236}">
                <a16:creationId xmlns:a16="http://schemas.microsoft.com/office/drawing/2014/main" id="{F5AD3413-1B06-B2E0-59AA-F6B78AB70A94}"/>
              </a:ext>
            </a:extLst>
          </p:cNvPr>
          <p:cNvSpPr>
            <a:spLocks noGrp="1"/>
          </p:cNvSpPr>
          <p:nvPr>
            <p:ph idx="1"/>
          </p:nvPr>
        </p:nvSpPr>
        <p:spPr/>
        <p:txBody>
          <a:bodyPr>
            <a:normAutofit/>
          </a:bodyPr>
          <a:lstStyle/>
          <a:p>
            <a:pPr algn="l">
              <a:lnSpc>
                <a:spcPct val="150000"/>
              </a:lnSpc>
            </a:pPr>
            <a:r>
              <a:rPr lang="en-GB" sz="1400" b="0" i="1" dirty="0">
                <a:solidFill>
                  <a:srgbClr val="1F2328"/>
                </a:solidFill>
                <a:effectLst/>
                <a:latin typeface="Nexa ExtraLight" panose="01000000000000000000" pitchFamily="2" charset="0"/>
              </a:rPr>
              <a:t>THE PIECES, IMAGES, VIDEOS, DOCUMENTATION, ETC. SHOWN HERE ARE FOR INFORMATIVE PURPOSES ONLY. THE DESIGN IS PROPRIETARY AND CONFIDENTIAL TO MANCHESTER ROBOTICS LTD. (MCR2). THE INFORMATION, CODE, SIMULATORS, DRAWINGS, VIDEOS PRESENTATIONS ETC. CONTAINED IN THIS PRESENTATION IS THE SOLE PROPERTY OF MANCHESTER ROBOTICS LTD. ANY REPRODUCTION, RESELL, REDISTRIBUTION OR USAGE IN PART OR AS A WHOLE WITHOUT THE WRITTEN PERMISSION OF MANCHESTER ROBOTICS LTD. IS STRICTLY PROHIBITED.</a:t>
            </a:r>
            <a:endParaRPr lang="en-GB" sz="1400" b="0" i="0" dirty="0">
              <a:solidFill>
                <a:srgbClr val="1F2328"/>
              </a:solidFill>
              <a:effectLst/>
              <a:latin typeface="Nexa ExtraLight" panose="01000000000000000000" pitchFamily="2" charset="0"/>
            </a:endParaRPr>
          </a:p>
          <a:p>
            <a:pPr algn="l">
              <a:lnSpc>
                <a:spcPct val="150000"/>
              </a:lnSpc>
            </a:pPr>
            <a:r>
              <a:rPr lang="en-GB" sz="1400" b="0" i="1" dirty="0">
                <a:solidFill>
                  <a:srgbClr val="1F2328"/>
                </a:solidFill>
                <a:effectLst/>
                <a:latin typeface="Nexa ExtraLight" panose="01000000000000000000" pitchFamily="2" charset="0"/>
              </a:rPr>
              <a:t>THIS PRESENTATION MAY CONTAIN LINKS TO OTHER WEBSITES OR CONTENT BELONGING TO OR ORIGINATING FROM THIRD PARTIES OR LINKS TO WEBSITES AND FEATURES IN BANNERS OR OTHER ADVERTISING. SUCH EXTERNAL LINKS ARE NOT INVESTIGATED, MONITORED, OR CHECKED FOR ACCURACY, ADEQUACY, VALIDITY, RELIABILITY, AVAILABILITY OR COMPLETENESS BY US.</a:t>
            </a:r>
            <a:endParaRPr lang="en-GB" sz="1400" b="0" i="0" dirty="0">
              <a:solidFill>
                <a:srgbClr val="1F2328"/>
              </a:solidFill>
              <a:effectLst/>
              <a:latin typeface="Nexa ExtraLight" panose="01000000000000000000" pitchFamily="2" charset="0"/>
            </a:endParaRPr>
          </a:p>
          <a:p>
            <a:pPr algn="l">
              <a:lnSpc>
                <a:spcPct val="150000"/>
              </a:lnSpc>
            </a:pPr>
            <a:r>
              <a:rPr lang="en-GB" sz="1400" b="0" i="1" dirty="0">
                <a:solidFill>
                  <a:srgbClr val="1F2328"/>
                </a:solidFill>
                <a:effectLst/>
                <a:latin typeface="Nexa ExtraLight" panose="01000000000000000000" pitchFamily="2" charset="0"/>
              </a:rPr>
              <a:t>WE DO NOT WARRANT, ENDORSE, GUARANTEE, OR ASSUME RESPONSIBILITY FOR THE ACCURACY OR RELIABILITY OF ANY INFORMATION OFFERED BY THIRD-PARTY WEBSITES LINKED THROUGH THE SITE OR ANY WEBSITE OR FEATURE LINKED IN ANY BANNER OR OTHER ADVERTISING.</a:t>
            </a:r>
            <a:endParaRPr lang="en-GB" sz="1400" b="0" i="0" dirty="0">
              <a:solidFill>
                <a:srgbClr val="1F2328"/>
              </a:solidFill>
              <a:effectLst/>
              <a:latin typeface="Nexa ExtraLight" panose="01000000000000000000" pitchFamily="2" charset="0"/>
            </a:endParaRPr>
          </a:p>
          <a:p>
            <a:endParaRPr lang="en-GB" dirty="0"/>
          </a:p>
        </p:txBody>
      </p:sp>
    </p:spTree>
    <p:extLst>
      <p:ext uri="{BB962C8B-B14F-4D97-AF65-F5344CB8AC3E}">
        <p14:creationId xmlns:p14="http://schemas.microsoft.com/office/powerpoint/2010/main" val="2483843246"/>
      </p:ext>
    </p:extLst>
  </p:cSld>
  <p:clrMapOvr>
    <a:masterClrMapping/>
  </p:clrMapOvr>
</p:sld>
</file>

<file path=ppt/theme/theme1.xml><?xml version="1.0" encoding="utf-8"?>
<a:theme xmlns:a="http://schemas.openxmlformats.org/drawingml/2006/main" name="MCR2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2074</TotalTime>
  <Words>2573</Words>
  <Application>Microsoft Office PowerPoint</Application>
  <PresentationFormat>Widescreen</PresentationFormat>
  <Paragraphs>186</Paragraphs>
  <Slides>30</Slides>
  <Notes>2</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30</vt:i4>
      </vt:variant>
    </vt:vector>
  </HeadingPairs>
  <TitlesOfParts>
    <vt:vector size="42" baseType="lpstr">
      <vt:lpstr>Arial</vt:lpstr>
      <vt:lpstr>Calibri</vt:lpstr>
      <vt:lpstr>Calibri Light</vt:lpstr>
      <vt:lpstr>Cambria Math</vt:lpstr>
      <vt:lpstr>Consolas</vt:lpstr>
      <vt:lpstr>Nexa Bold</vt:lpstr>
      <vt:lpstr>Nexa ExtraLight</vt:lpstr>
      <vt:lpstr>Nexa Light</vt:lpstr>
      <vt:lpstr>Nexa-Bold</vt:lpstr>
      <vt:lpstr>Nexa-Book</vt:lpstr>
      <vt:lpstr>Nexa-Light</vt:lpstr>
      <vt:lpstr>MCR2 Theme</vt:lpstr>
      <vt:lpstr>DC Motor Control</vt:lpstr>
      <vt:lpstr>Control Hierarchy</vt:lpstr>
      <vt:lpstr>ROS Control Hierarchy </vt:lpstr>
      <vt:lpstr>ROS Control Hierarchy </vt:lpstr>
      <vt:lpstr>Mobile robots</vt:lpstr>
      <vt:lpstr>Puzzlebot sensors and actuators</vt:lpstr>
      <vt:lpstr>DC Motors</vt:lpstr>
      <vt:lpstr>DC Motors</vt:lpstr>
      <vt:lpstr>Motor Driver</vt:lpstr>
      <vt:lpstr>Motor Driver</vt:lpstr>
      <vt:lpstr>Motor Driver</vt:lpstr>
      <vt:lpstr>MCU</vt:lpstr>
      <vt:lpstr>Robotic Sensors</vt:lpstr>
      <vt:lpstr>Encoders</vt:lpstr>
      <vt:lpstr>Encoders</vt:lpstr>
      <vt:lpstr>Encoders</vt:lpstr>
      <vt:lpstr>Encoders</vt:lpstr>
      <vt:lpstr>DC Motor: Abstract Model</vt:lpstr>
      <vt:lpstr>Problem Statement</vt:lpstr>
      <vt:lpstr>Problem Statement</vt:lpstr>
      <vt:lpstr>Problem Statement</vt:lpstr>
      <vt:lpstr>Closed Loop Control</vt:lpstr>
      <vt:lpstr>DC Motor Speed Control</vt:lpstr>
      <vt:lpstr>DC Motor Speed Control</vt:lpstr>
      <vt:lpstr>DC Motor Speed Control</vt:lpstr>
      <vt:lpstr>DC Motor Speed Control</vt:lpstr>
      <vt:lpstr>Q&amp;A</vt:lpstr>
      <vt:lpstr>Thank you</vt:lpstr>
      <vt:lpstr>T&amp;C</vt:lpstr>
      <vt:lpstr>Terms and conditions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Mario Martinez</dc:creator>
  <cp:lastModifiedBy>Mario Martinez</cp:lastModifiedBy>
  <cp:revision>5</cp:revision>
  <dcterms:created xsi:type="dcterms:W3CDTF">2022-11-10T18:38:46Z</dcterms:created>
  <dcterms:modified xsi:type="dcterms:W3CDTF">2026-10-04T17:22:50Z</dcterms:modified>
</cp:coreProperties>
</file>